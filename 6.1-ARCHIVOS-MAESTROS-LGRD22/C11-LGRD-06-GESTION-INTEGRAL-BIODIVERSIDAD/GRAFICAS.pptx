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3" r:id="rId2"/>
    <p:sldMasterId id="2147483751" r:id="rId3"/>
    <p:sldMasterId id="2147483763" r:id="rId4"/>
  </p:sldMasterIdLst>
  <p:notesMasterIdLst>
    <p:notesMasterId r:id="rId10"/>
  </p:notesMasterIdLst>
  <p:sldIdLst>
    <p:sldId id="259" r:id="rId5"/>
    <p:sldId id="294" r:id="rId6"/>
    <p:sldId id="297" r:id="rId7"/>
    <p:sldId id="298" r:id="rId8"/>
    <p:sldId id="276" r:id="rId9"/>
  </p:sldIdLst>
  <p:sldSz cx="12192000" cy="6858000"/>
  <p:notesSz cx="6858000" cy="9144000"/>
  <p:embeddedFontLst>
    <p:embeddedFont>
      <p:font typeface="Agency FB" panose="020B0503020202020204" pitchFamily="34" charset="77"/>
      <p:regular r:id="rId11"/>
      <p:bold r:id="rId12"/>
    </p:embeddedFont>
    <p:embeddedFont>
      <p:font typeface="Arial Narrow" panose="020B0604020202020204" pitchFamily="3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Franklin Gothic Book" panose="020B0503020102020204" pitchFamily="34" charset="0"/>
      <p:regular r:id="rId23"/>
      <p:italic r:id="rId24"/>
    </p:embeddedFont>
    <p:embeddedFont>
      <p:font typeface="Franklin Gothic Medium" panose="020B0603020102020204" pitchFamily="34" charset="0"/>
      <p:regular r:id="rId25"/>
      <p:italic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  <p:embeddedFont>
      <p:font typeface="Segoe UI Light" panose="020B0502040204020203" pitchFamily="34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8" roundtripDataSignature="AMtx7miU5uzfSq6EssqrlqSqzLYBj/w4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720"/>
    <a:srgbClr val="F29724"/>
    <a:srgbClr val="2B6A6C"/>
    <a:srgbClr val="83D3D4"/>
    <a:srgbClr val="404040"/>
    <a:srgbClr val="04253A"/>
    <a:srgbClr val="4C837A"/>
    <a:srgbClr val="B80D48"/>
    <a:srgbClr val="AFAFAF"/>
    <a:srgbClr val="E09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92" y="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89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90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95873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54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908721"/>
            <a:ext cx="5384800" cy="5217443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908721"/>
            <a:ext cx="5384800" cy="5217443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9107851" y="6366927"/>
            <a:ext cx="2844800" cy="438150"/>
          </a:xfrm>
          <a:prstGeom prst="rect">
            <a:avLst/>
          </a:prstGeom>
        </p:spPr>
        <p:txBody>
          <a:bodyPr/>
          <a:lstStyle>
            <a:lvl1pPr>
              <a:defRPr sz="126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1569AC6-31A3-42CD-B9EA-8ADCA71A859F}" type="slidenum">
              <a:rPr lang="es-CO" smtClean="0">
                <a:solidFill>
                  <a:srgbClr val="213362"/>
                </a:solidFill>
              </a:rPr>
              <a:pPr/>
              <a:t>‹#›</a:t>
            </a:fld>
            <a:endParaRPr lang="es-CO" dirty="0">
              <a:solidFill>
                <a:srgbClr val="2133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94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B0AEBCE1-62A4-4441-A19E-2FF8165E31D1}" type="datetimeFigureOut">
              <a:rPr lang="en-US" sz="2160" kern="1200" smtClean="0">
                <a:solidFill>
                  <a:srgbClr val="FFFFFF"/>
                </a:solidFill>
                <a:latin typeface="Franklin Gothic Book"/>
              </a:rPr>
              <a:pPr>
                <a:buClrTx/>
                <a:buFontTx/>
                <a:buNone/>
              </a:pPr>
              <a:t>8/26/22</a:t>
            </a:fld>
            <a:endParaRPr lang="en-US" sz="2160" kern="1200">
              <a:solidFill>
                <a:srgbClr val="FFFFFF"/>
              </a:solidFill>
              <a:latin typeface="Franklin Gothic Book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endParaRPr lang="en-US" sz="2160" kern="1200">
              <a:solidFill>
                <a:srgbClr val="FFFFFF"/>
              </a:solidFill>
              <a:latin typeface="Franklin Gothic Book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088555" y="6396299"/>
            <a:ext cx="1098504" cy="438150"/>
          </a:xfrm>
          <a:prstGeom prst="rect">
            <a:avLst/>
          </a:prstGeom>
        </p:spPr>
        <p:txBody>
          <a:bodyPr/>
          <a:lstStyle/>
          <a:p>
            <a:fld id="{025A3570-3BD6-4465-8CA9-BD2D2BB1929E}" type="slidenum">
              <a:rPr lang="en-US" smtClean="0">
                <a:solidFill>
                  <a:srgbClr val="213362"/>
                </a:solidFill>
              </a:rPr>
              <a:pPr/>
              <a:t>‹#›</a:t>
            </a:fld>
            <a:endParaRPr lang="en-US">
              <a:solidFill>
                <a:srgbClr val="2133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221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5EAA496E-AF00-4D6B-BC6E-E527B4CEC130}" type="datetimeFigureOut">
              <a:rPr lang="es-CO" sz="2160" kern="1200" smtClean="0">
                <a:solidFill>
                  <a:srgbClr val="FFFFFF"/>
                </a:solidFill>
                <a:latin typeface="Franklin Gothic Book"/>
              </a:rPr>
              <a:pPr>
                <a:buClrTx/>
                <a:buFontTx/>
                <a:buNone/>
              </a:pPr>
              <a:t>26/08/22</a:t>
            </a:fld>
            <a:endParaRPr lang="es-CO" sz="2160" kern="1200">
              <a:solidFill>
                <a:srgbClr val="FFFFFF"/>
              </a:solidFill>
              <a:latin typeface="Franklin Gothic Book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endParaRPr lang="es-CO" sz="2160" kern="1200">
              <a:solidFill>
                <a:srgbClr val="FFFFFF"/>
              </a:solidFill>
              <a:latin typeface="Franklin Gothic Book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088555" y="6396299"/>
            <a:ext cx="1098504" cy="438150"/>
          </a:xfrm>
          <a:prstGeom prst="rect">
            <a:avLst/>
          </a:prstGeom>
        </p:spPr>
        <p:txBody>
          <a:bodyPr/>
          <a:lstStyle/>
          <a:p>
            <a:fld id="{06628128-E73F-4619-9004-125ABA2BB4C3}" type="slidenum">
              <a:rPr lang="es-CO" smtClean="0">
                <a:solidFill>
                  <a:srgbClr val="213362"/>
                </a:solidFill>
              </a:rPr>
              <a:pPr/>
              <a:t>‹#›</a:t>
            </a:fld>
            <a:endParaRPr lang="es-CO">
              <a:solidFill>
                <a:srgbClr val="2133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11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fld id="{A69B3B4C-2780-4382-A2DD-B075E82C242C}" type="datetimeFigureOut">
              <a:rPr lang="es-CO" sz="2160" kern="1200" smtClean="0">
                <a:solidFill>
                  <a:prstClr val="black">
                    <a:tint val="75000"/>
                  </a:prstClr>
                </a:solidFill>
                <a:latin typeface="Franklin Gothic Book"/>
              </a:rPr>
              <a:pPr>
                <a:buClrTx/>
                <a:buFontTx/>
                <a:buNone/>
              </a:pPr>
              <a:t>26/08/22</a:t>
            </a:fld>
            <a:endParaRPr lang="es-CO" sz="2160" kern="1200">
              <a:solidFill>
                <a:prstClr val="black">
                  <a:tint val="75000"/>
                </a:prstClr>
              </a:solidFill>
              <a:latin typeface="Franklin Gothic Book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endParaRPr lang="es-CO" sz="2160" kern="1200">
              <a:solidFill>
                <a:prstClr val="black">
                  <a:tint val="75000"/>
                </a:prstClr>
              </a:solidFill>
              <a:latin typeface="Franklin Gothic Book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088555" y="6396299"/>
            <a:ext cx="1098504" cy="438150"/>
          </a:xfrm>
          <a:prstGeom prst="rect">
            <a:avLst/>
          </a:prstGeom>
        </p:spPr>
        <p:txBody>
          <a:bodyPr/>
          <a:lstStyle/>
          <a:p>
            <a:fld id="{D066E220-5C31-4B8C-99F0-93F55A4EB70F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80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640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367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84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15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733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56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7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848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981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0751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E79E-62A3-4E1F-BA41-668FECB06A4A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26/08/22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8A338-E5DB-4C76-AB8F-BD9876A4DB9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912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080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731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89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6330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8040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149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416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0056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562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1501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BCE1-62A4-4441-A19E-2FF8165E31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3570-3BD6-4465-8CA9-BD2D2BB1929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8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11461358" y="5976669"/>
            <a:ext cx="699284" cy="759361"/>
            <a:chOff x="2121478" y="1123835"/>
            <a:chExt cx="981444" cy="1065760"/>
          </a:xfrm>
        </p:grpSpPr>
        <p:sp>
          <p:nvSpPr>
            <p:cNvPr id="16" name="Google Shape;16;p16"/>
            <p:cNvSpPr/>
            <p:nvPr/>
          </p:nvSpPr>
          <p:spPr>
            <a:xfrm>
              <a:off x="2121478" y="1123836"/>
              <a:ext cx="67044" cy="10622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105" y="21600"/>
                  </a:moveTo>
                  <a:lnTo>
                    <a:pt x="491" y="21600"/>
                  </a:lnTo>
                  <a:lnTo>
                    <a:pt x="491" y="21451"/>
                  </a:lnTo>
                  <a:lnTo>
                    <a:pt x="21105" y="21451"/>
                  </a:lnTo>
                  <a:cubicBezTo>
                    <a:pt x="21105" y="21451"/>
                    <a:pt x="21105" y="21600"/>
                    <a:pt x="21105" y="21600"/>
                  </a:cubicBezTo>
                  <a:close/>
                  <a:moveTo>
                    <a:pt x="21105" y="19397"/>
                  </a:moveTo>
                  <a:lnTo>
                    <a:pt x="495" y="19397"/>
                  </a:lnTo>
                  <a:lnTo>
                    <a:pt x="495" y="19202"/>
                  </a:lnTo>
                  <a:lnTo>
                    <a:pt x="18171" y="18751"/>
                  </a:lnTo>
                  <a:lnTo>
                    <a:pt x="495" y="18765"/>
                  </a:lnTo>
                  <a:lnTo>
                    <a:pt x="495" y="18624"/>
                  </a:lnTo>
                  <a:lnTo>
                    <a:pt x="21105" y="18624"/>
                  </a:lnTo>
                  <a:lnTo>
                    <a:pt x="21105" y="18810"/>
                  </a:lnTo>
                  <a:lnTo>
                    <a:pt x="2901" y="19268"/>
                  </a:lnTo>
                  <a:lnTo>
                    <a:pt x="21105" y="19257"/>
                  </a:lnTo>
                  <a:cubicBezTo>
                    <a:pt x="21105" y="19257"/>
                    <a:pt x="21105" y="19397"/>
                    <a:pt x="21105" y="19397"/>
                  </a:cubicBezTo>
                  <a:close/>
                  <a:moveTo>
                    <a:pt x="14562" y="16598"/>
                  </a:moveTo>
                  <a:lnTo>
                    <a:pt x="14562" y="16460"/>
                  </a:lnTo>
                  <a:lnTo>
                    <a:pt x="15299" y="16460"/>
                  </a:lnTo>
                  <a:cubicBezTo>
                    <a:pt x="16702" y="16460"/>
                    <a:pt x="17758" y="16440"/>
                    <a:pt x="18474" y="16399"/>
                  </a:cubicBezTo>
                  <a:cubicBezTo>
                    <a:pt x="19190" y="16358"/>
                    <a:pt x="19542" y="16297"/>
                    <a:pt x="19542" y="16217"/>
                  </a:cubicBezTo>
                  <a:cubicBezTo>
                    <a:pt x="19542" y="16145"/>
                    <a:pt x="19202" y="16089"/>
                    <a:pt x="18511" y="16048"/>
                  </a:cubicBezTo>
                  <a:cubicBezTo>
                    <a:pt x="17827" y="16006"/>
                    <a:pt x="16878" y="15986"/>
                    <a:pt x="15675" y="15986"/>
                  </a:cubicBezTo>
                  <a:cubicBezTo>
                    <a:pt x="14710" y="15986"/>
                    <a:pt x="13965" y="15998"/>
                    <a:pt x="13445" y="16023"/>
                  </a:cubicBezTo>
                  <a:cubicBezTo>
                    <a:pt x="12922" y="16049"/>
                    <a:pt x="12398" y="16105"/>
                    <a:pt x="11874" y="16193"/>
                  </a:cubicBezTo>
                  <a:cubicBezTo>
                    <a:pt x="11743" y="16214"/>
                    <a:pt x="11571" y="16243"/>
                    <a:pt x="11350" y="16281"/>
                  </a:cubicBezTo>
                  <a:cubicBezTo>
                    <a:pt x="10745" y="16386"/>
                    <a:pt x="10286" y="16450"/>
                    <a:pt x="9988" y="16472"/>
                  </a:cubicBezTo>
                  <a:cubicBezTo>
                    <a:pt x="9476" y="16508"/>
                    <a:pt x="8871" y="16535"/>
                    <a:pt x="8171" y="16552"/>
                  </a:cubicBezTo>
                  <a:cubicBezTo>
                    <a:pt x="7467" y="16570"/>
                    <a:pt x="6657" y="16579"/>
                    <a:pt x="5728" y="16579"/>
                  </a:cubicBezTo>
                  <a:cubicBezTo>
                    <a:pt x="3932" y="16579"/>
                    <a:pt x="2529" y="16548"/>
                    <a:pt x="1522" y="16485"/>
                  </a:cubicBezTo>
                  <a:cubicBezTo>
                    <a:pt x="507" y="16422"/>
                    <a:pt x="0" y="16335"/>
                    <a:pt x="0" y="16224"/>
                  </a:cubicBezTo>
                  <a:cubicBezTo>
                    <a:pt x="0" y="16119"/>
                    <a:pt x="467" y="16035"/>
                    <a:pt x="1404" y="15975"/>
                  </a:cubicBezTo>
                  <a:cubicBezTo>
                    <a:pt x="2336" y="15916"/>
                    <a:pt x="3637" y="15885"/>
                    <a:pt x="5282" y="15885"/>
                  </a:cubicBezTo>
                  <a:cubicBezTo>
                    <a:pt x="5336" y="15885"/>
                    <a:pt x="5426" y="15886"/>
                    <a:pt x="5544" y="15886"/>
                  </a:cubicBezTo>
                  <a:cubicBezTo>
                    <a:pt x="5663" y="15887"/>
                    <a:pt x="5749" y="15887"/>
                    <a:pt x="5806" y="15887"/>
                  </a:cubicBezTo>
                  <a:lnTo>
                    <a:pt x="5806" y="16021"/>
                  </a:lnTo>
                  <a:lnTo>
                    <a:pt x="5589" y="16021"/>
                  </a:lnTo>
                  <a:cubicBezTo>
                    <a:pt x="4435" y="16021"/>
                    <a:pt x="3539" y="16039"/>
                    <a:pt x="2909" y="16074"/>
                  </a:cubicBezTo>
                  <a:cubicBezTo>
                    <a:pt x="2283" y="16110"/>
                    <a:pt x="1968" y="16160"/>
                    <a:pt x="1968" y="16226"/>
                  </a:cubicBezTo>
                  <a:cubicBezTo>
                    <a:pt x="1968" y="16294"/>
                    <a:pt x="2271" y="16347"/>
                    <a:pt x="2872" y="16386"/>
                  </a:cubicBezTo>
                  <a:cubicBezTo>
                    <a:pt x="3470" y="16424"/>
                    <a:pt x="4288" y="16444"/>
                    <a:pt x="5311" y="16444"/>
                  </a:cubicBezTo>
                  <a:cubicBezTo>
                    <a:pt x="6285" y="16444"/>
                    <a:pt x="7042" y="16430"/>
                    <a:pt x="7574" y="16404"/>
                  </a:cubicBezTo>
                  <a:cubicBezTo>
                    <a:pt x="8110" y="16378"/>
                    <a:pt x="8638" y="16320"/>
                    <a:pt x="9157" y="16231"/>
                  </a:cubicBezTo>
                  <a:cubicBezTo>
                    <a:pt x="9215" y="16220"/>
                    <a:pt x="9309" y="16204"/>
                    <a:pt x="9436" y="16184"/>
                  </a:cubicBezTo>
                  <a:cubicBezTo>
                    <a:pt x="10229" y="16048"/>
                    <a:pt x="10823" y="15967"/>
                    <a:pt x="11215" y="15940"/>
                  </a:cubicBezTo>
                  <a:cubicBezTo>
                    <a:pt x="11690" y="15908"/>
                    <a:pt x="12267" y="15884"/>
                    <a:pt x="12942" y="15869"/>
                  </a:cubicBezTo>
                  <a:cubicBezTo>
                    <a:pt x="13621" y="15853"/>
                    <a:pt x="14431" y="15846"/>
                    <a:pt x="15377" y="15846"/>
                  </a:cubicBezTo>
                  <a:cubicBezTo>
                    <a:pt x="17332" y="15846"/>
                    <a:pt x="18854" y="15880"/>
                    <a:pt x="19947" y="15948"/>
                  </a:cubicBezTo>
                  <a:cubicBezTo>
                    <a:pt x="21031" y="16016"/>
                    <a:pt x="21576" y="16111"/>
                    <a:pt x="21576" y="16232"/>
                  </a:cubicBezTo>
                  <a:cubicBezTo>
                    <a:pt x="21576" y="16354"/>
                    <a:pt x="21044" y="16445"/>
                    <a:pt x="19967" y="16507"/>
                  </a:cubicBezTo>
                  <a:cubicBezTo>
                    <a:pt x="18900" y="16569"/>
                    <a:pt x="17324" y="16600"/>
                    <a:pt x="15246" y="16600"/>
                  </a:cubicBezTo>
                  <a:cubicBezTo>
                    <a:pt x="15176" y="16600"/>
                    <a:pt x="15062" y="16600"/>
                    <a:pt x="14906" y="16599"/>
                  </a:cubicBezTo>
                  <a:cubicBezTo>
                    <a:pt x="14750" y="16598"/>
                    <a:pt x="14636" y="16598"/>
                    <a:pt x="14562" y="16598"/>
                  </a:cubicBezTo>
                  <a:moveTo>
                    <a:pt x="21105" y="13580"/>
                  </a:moveTo>
                  <a:lnTo>
                    <a:pt x="2607" y="13580"/>
                  </a:lnTo>
                  <a:lnTo>
                    <a:pt x="2607" y="13911"/>
                  </a:lnTo>
                  <a:lnTo>
                    <a:pt x="495" y="13911"/>
                  </a:lnTo>
                  <a:lnTo>
                    <a:pt x="495" y="13119"/>
                  </a:lnTo>
                  <a:lnTo>
                    <a:pt x="2607" y="13119"/>
                  </a:lnTo>
                  <a:lnTo>
                    <a:pt x="2607" y="13431"/>
                  </a:lnTo>
                  <a:lnTo>
                    <a:pt x="21105" y="13431"/>
                  </a:lnTo>
                  <a:cubicBezTo>
                    <a:pt x="21105" y="13431"/>
                    <a:pt x="21105" y="13580"/>
                    <a:pt x="21105" y="13580"/>
                  </a:cubicBezTo>
                  <a:close/>
                  <a:moveTo>
                    <a:pt x="21105" y="11157"/>
                  </a:moveTo>
                  <a:lnTo>
                    <a:pt x="491" y="11157"/>
                  </a:lnTo>
                  <a:lnTo>
                    <a:pt x="491" y="11008"/>
                  </a:lnTo>
                  <a:lnTo>
                    <a:pt x="21105" y="11008"/>
                  </a:lnTo>
                  <a:cubicBezTo>
                    <a:pt x="21105" y="11008"/>
                    <a:pt x="21105" y="11157"/>
                    <a:pt x="21105" y="11157"/>
                  </a:cubicBezTo>
                  <a:close/>
                  <a:moveTo>
                    <a:pt x="21105" y="8713"/>
                  </a:moveTo>
                  <a:lnTo>
                    <a:pt x="2607" y="8713"/>
                  </a:lnTo>
                  <a:lnTo>
                    <a:pt x="2607" y="9045"/>
                  </a:lnTo>
                  <a:lnTo>
                    <a:pt x="495" y="9045"/>
                  </a:lnTo>
                  <a:lnTo>
                    <a:pt x="495" y="8253"/>
                  </a:lnTo>
                  <a:lnTo>
                    <a:pt x="2607" y="8253"/>
                  </a:lnTo>
                  <a:lnTo>
                    <a:pt x="2607" y="8564"/>
                  </a:lnTo>
                  <a:lnTo>
                    <a:pt x="21105" y="8564"/>
                  </a:lnTo>
                  <a:cubicBezTo>
                    <a:pt x="21105" y="8564"/>
                    <a:pt x="21105" y="8713"/>
                    <a:pt x="21105" y="8713"/>
                  </a:cubicBezTo>
                  <a:close/>
                  <a:moveTo>
                    <a:pt x="495" y="6289"/>
                  </a:moveTo>
                  <a:lnTo>
                    <a:pt x="495" y="6144"/>
                  </a:lnTo>
                  <a:lnTo>
                    <a:pt x="14362" y="6144"/>
                  </a:lnTo>
                  <a:cubicBezTo>
                    <a:pt x="16289" y="6144"/>
                    <a:pt x="17631" y="6126"/>
                    <a:pt x="18384" y="6092"/>
                  </a:cubicBezTo>
                  <a:cubicBezTo>
                    <a:pt x="19137" y="6057"/>
                    <a:pt x="19517" y="5998"/>
                    <a:pt x="19517" y="5915"/>
                  </a:cubicBezTo>
                  <a:cubicBezTo>
                    <a:pt x="19517" y="5830"/>
                    <a:pt x="19100" y="5768"/>
                    <a:pt x="18270" y="5728"/>
                  </a:cubicBezTo>
                  <a:cubicBezTo>
                    <a:pt x="17443" y="5688"/>
                    <a:pt x="16142" y="5668"/>
                    <a:pt x="14362" y="5668"/>
                  </a:cubicBezTo>
                  <a:lnTo>
                    <a:pt x="495" y="5668"/>
                  </a:lnTo>
                  <a:lnTo>
                    <a:pt x="495" y="5526"/>
                  </a:lnTo>
                  <a:lnTo>
                    <a:pt x="13949" y="5526"/>
                  </a:lnTo>
                  <a:cubicBezTo>
                    <a:pt x="15687" y="5526"/>
                    <a:pt x="16915" y="5532"/>
                    <a:pt x="17635" y="5544"/>
                  </a:cubicBezTo>
                  <a:cubicBezTo>
                    <a:pt x="18351" y="5557"/>
                    <a:pt x="18994" y="5578"/>
                    <a:pt x="19542" y="5607"/>
                  </a:cubicBezTo>
                  <a:cubicBezTo>
                    <a:pt x="20209" y="5642"/>
                    <a:pt x="20720" y="5686"/>
                    <a:pt x="21060" y="5738"/>
                  </a:cubicBezTo>
                  <a:cubicBezTo>
                    <a:pt x="21404" y="5791"/>
                    <a:pt x="21576" y="5850"/>
                    <a:pt x="21576" y="5916"/>
                  </a:cubicBezTo>
                  <a:cubicBezTo>
                    <a:pt x="21576" y="5984"/>
                    <a:pt x="21391" y="6046"/>
                    <a:pt x="21019" y="6100"/>
                  </a:cubicBezTo>
                  <a:cubicBezTo>
                    <a:pt x="20651" y="6154"/>
                    <a:pt x="20123" y="6197"/>
                    <a:pt x="19432" y="6228"/>
                  </a:cubicBezTo>
                  <a:cubicBezTo>
                    <a:pt x="18973" y="6250"/>
                    <a:pt x="18376" y="6266"/>
                    <a:pt x="17647" y="6275"/>
                  </a:cubicBezTo>
                  <a:cubicBezTo>
                    <a:pt x="16923" y="6284"/>
                    <a:pt x="15687" y="6289"/>
                    <a:pt x="13949" y="6289"/>
                  </a:cubicBezTo>
                  <a:cubicBezTo>
                    <a:pt x="13949" y="6289"/>
                    <a:pt x="495" y="6289"/>
                    <a:pt x="495" y="6289"/>
                  </a:cubicBezTo>
                  <a:close/>
                  <a:moveTo>
                    <a:pt x="21105" y="3230"/>
                  </a:moveTo>
                  <a:lnTo>
                    <a:pt x="2607" y="3230"/>
                  </a:lnTo>
                  <a:lnTo>
                    <a:pt x="2607" y="3562"/>
                  </a:lnTo>
                  <a:lnTo>
                    <a:pt x="495" y="3562"/>
                  </a:lnTo>
                  <a:lnTo>
                    <a:pt x="495" y="2770"/>
                  </a:lnTo>
                  <a:lnTo>
                    <a:pt x="2607" y="2770"/>
                  </a:lnTo>
                  <a:lnTo>
                    <a:pt x="2607" y="3082"/>
                  </a:lnTo>
                  <a:lnTo>
                    <a:pt x="21105" y="3082"/>
                  </a:lnTo>
                  <a:cubicBezTo>
                    <a:pt x="21105" y="3082"/>
                    <a:pt x="21105" y="3230"/>
                    <a:pt x="21105" y="3230"/>
                  </a:cubicBezTo>
                  <a:close/>
                  <a:moveTo>
                    <a:pt x="10798" y="683"/>
                  </a:moveTo>
                  <a:cubicBezTo>
                    <a:pt x="14112" y="683"/>
                    <a:pt x="16399" y="663"/>
                    <a:pt x="17668" y="623"/>
                  </a:cubicBezTo>
                  <a:cubicBezTo>
                    <a:pt x="18932" y="584"/>
                    <a:pt x="19566" y="515"/>
                    <a:pt x="19566" y="417"/>
                  </a:cubicBezTo>
                  <a:cubicBezTo>
                    <a:pt x="19566" y="318"/>
                    <a:pt x="18953" y="249"/>
                    <a:pt x="17713" y="210"/>
                  </a:cubicBezTo>
                  <a:cubicBezTo>
                    <a:pt x="16477" y="171"/>
                    <a:pt x="14170" y="151"/>
                    <a:pt x="10798" y="151"/>
                  </a:cubicBezTo>
                  <a:cubicBezTo>
                    <a:pt x="7439" y="151"/>
                    <a:pt x="5139" y="171"/>
                    <a:pt x="3903" y="210"/>
                  </a:cubicBezTo>
                  <a:cubicBezTo>
                    <a:pt x="2676" y="249"/>
                    <a:pt x="2058" y="318"/>
                    <a:pt x="2058" y="417"/>
                  </a:cubicBezTo>
                  <a:cubicBezTo>
                    <a:pt x="2058" y="515"/>
                    <a:pt x="2692" y="584"/>
                    <a:pt x="3957" y="623"/>
                  </a:cubicBezTo>
                  <a:cubicBezTo>
                    <a:pt x="5213" y="663"/>
                    <a:pt x="7496" y="683"/>
                    <a:pt x="10798" y="683"/>
                  </a:cubicBezTo>
                  <a:moveTo>
                    <a:pt x="10798" y="834"/>
                  </a:moveTo>
                  <a:cubicBezTo>
                    <a:pt x="6964" y="834"/>
                    <a:pt x="4202" y="801"/>
                    <a:pt x="2521" y="736"/>
                  </a:cubicBezTo>
                  <a:cubicBezTo>
                    <a:pt x="843" y="670"/>
                    <a:pt x="0" y="564"/>
                    <a:pt x="0" y="417"/>
                  </a:cubicBezTo>
                  <a:cubicBezTo>
                    <a:pt x="0" y="269"/>
                    <a:pt x="831" y="162"/>
                    <a:pt x="2492" y="98"/>
                  </a:cubicBezTo>
                  <a:cubicBezTo>
                    <a:pt x="4157" y="33"/>
                    <a:pt x="6927" y="0"/>
                    <a:pt x="10798" y="0"/>
                  </a:cubicBezTo>
                  <a:cubicBezTo>
                    <a:pt x="14673" y="0"/>
                    <a:pt x="17439" y="33"/>
                    <a:pt x="19104" y="97"/>
                  </a:cubicBezTo>
                  <a:cubicBezTo>
                    <a:pt x="20769" y="162"/>
                    <a:pt x="21600" y="269"/>
                    <a:pt x="21600" y="417"/>
                  </a:cubicBezTo>
                  <a:cubicBezTo>
                    <a:pt x="21600" y="563"/>
                    <a:pt x="20749" y="669"/>
                    <a:pt x="19055" y="735"/>
                  </a:cubicBezTo>
                  <a:cubicBezTo>
                    <a:pt x="17361" y="801"/>
                    <a:pt x="14611" y="834"/>
                    <a:pt x="10798" y="834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6"/>
            <p:cNvSpPr/>
            <p:nvPr/>
          </p:nvSpPr>
          <p:spPr>
            <a:xfrm>
              <a:off x="2845378" y="1123836"/>
              <a:ext cx="151384" cy="10618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029" y="21600"/>
                  </a:moveTo>
                  <a:lnTo>
                    <a:pt x="529" y="21600"/>
                  </a:lnTo>
                  <a:lnTo>
                    <a:pt x="529" y="20790"/>
                  </a:lnTo>
                  <a:lnTo>
                    <a:pt x="7489" y="20790"/>
                  </a:lnTo>
                  <a:lnTo>
                    <a:pt x="7489" y="20036"/>
                  </a:lnTo>
                  <a:lnTo>
                    <a:pt x="529" y="20036"/>
                  </a:lnTo>
                  <a:lnTo>
                    <a:pt x="529" y="19227"/>
                  </a:lnTo>
                  <a:lnTo>
                    <a:pt x="21029" y="19227"/>
                  </a:lnTo>
                  <a:lnTo>
                    <a:pt x="21029" y="20036"/>
                  </a:lnTo>
                  <a:lnTo>
                    <a:pt x="13087" y="20036"/>
                  </a:lnTo>
                  <a:lnTo>
                    <a:pt x="13087" y="20790"/>
                  </a:lnTo>
                  <a:lnTo>
                    <a:pt x="21029" y="20790"/>
                  </a:lnTo>
                  <a:cubicBezTo>
                    <a:pt x="21029" y="20790"/>
                    <a:pt x="21029" y="21600"/>
                    <a:pt x="21029" y="21600"/>
                  </a:cubicBezTo>
                  <a:close/>
                  <a:moveTo>
                    <a:pt x="529" y="18757"/>
                  </a:moveTo>
                  <a:lnTo>
                    <a:pt x="529" y="17947"/>
                  </a:lnTo>
                  <a:lnTo>
                    <a:pt x="13168" y="17947"/>
                  </a:lnTo>
                  <a:cubicBezTo>
                    <a:pt x="14334" y="17947"/>
                    <a:pt x="15169" y="17918"/>
                    <a:pt x="15660" y="17857"/>
                  </a:cubicBezTo>
                  <a:cubicBezTo>
                    <a:pt x="16158" y="17798"/>
                    <a:pt x="16405" y="17697"/>
                    <a:pt x="16405" y="17557"/>
                  </a:cubicBezTo>
                  <a:cubicBezTo>
                    <a:pt x="16405" y="17420"/>
                    <a:pt x="16164" y="17322"/>
                    <a:pt x="15674" y="17264"/>
                  </a:cubicBezTo>
                  <a:cubicBezTo>
                    <a:pt x="15191" y="17205"/>
                    <a:pt x="14350" y="17176"/>
                    <a:pt x="13168" y="17176"/>
                  </a:cubicBezTo>
                  <a:lnTo>
                    <a:pt x="529" y="17176"/>
                  </a:lnTo>
                  <a:lnTo>
                    <a:pt x="529" y="16366"/>
                  </a:lnTo>
                  <a:lnTo>
                    <a:pt x="13681" y="16366"/>
                  </a:lnTo>
                  <a:cubicBezTo>
                    <a:pt x="16251" y="16366"/>
                    <a:pt x="18211" y="16468"/>
                    <a:pt x="19567" y="16671"/>
                  </a:cubicBezTo>
                  <a:cubicBezTo>
                    <a:pt x="20919" y="16875"/>
                    <a:pt x="21600" y="17170"/>
                    <a:pt x="21600" y="17557"/>
                  </a:cubicBezTo>
                  <a:cubicBezTo>
                    <a:pt x="21600" y="17946"/>
                    <a:pt x="20919" y="18243"/>
                    <a:pt x="19560" y="18449"/>
                  </a:cubicBezTo>
                  <a:cubicBezTo>
                    <a:pt x="18202" y="18654"/>
                    <a:pt x="16240" y="18757"/>
                    <a:pt x="13681" y="18757"/>
                  </a:cubicBezTo>
                  <a:cubicBezTo>
                    <a:pt x="13681" y="18757"/>
                    <a:pt x="529" y="18757"/>
                    <a:pt x="529" y="18757"/>
                  </a:cubicBezTo>
                  <a:close/>
                  <a:moveTo>
                    <a:pt x="21029" y="15161"/>
                  </a:moveTo>
                  <a:lnTo>
                    <a:pt x="21029" y="15894"/>
                  </a:lnTo>
                  <a:lnTo>
                    <a:pt x="529" y="15894"/>
                  </a:lnTo>
                  <a:lnTo>
                    <a:pt x="529" y="14908"/>
                  </a:lnTo>
                  <a:lnTo>
                    <a:pt x="10758" y="14559"/>
                  </a:lnTo>
                  <a:cubicBezTo>
                    <a:pt x="10896" y="14554"/>
                    <a:pt x="11215" y="14545"/>
                    <a:pt x="11713" y="14532"/>
                  </a:cubicBezTo>
                  <a:cubicBezTo>
                    <a:pt x="12206" y="14518"/>
                    <a:pt x="12891" y="14499"/>
                    <a:pt x="13765" y="14473"/>
                  </a:cubicBezTo>
                  <a:cubicBezTo>
                    <a:pt x="13076" y="14457"/>
                    <a:pt x="12478" y="14443"/>
                    <a:pt x="11961" y="14429"/>
                  </a:cubicBezTo>
                  <a:cubicBezTo>
                    <a:pt x="11447" y="14415"/>
                    <a:pt x="11063" y="14403"/>
                    <a:pt x="10802" y="14393"/>
                  </a:cubicBezTo>
                  <a:lnTo>
                    <a:pt x="529" y="14036"/>
                  </a:lnTo>
                  <a:lnTo>
                    <a:pt x="529" y="13052"/>
                  </a:lnTo>
                  <a:lnTo>
                    <a:pt x="21029" y="13052"/>
                  </a:lnTo>
                  <a:lnTo>
                    <a:pt x="21029" y="13784"/>
                  </a:lnTo>
                  <a:lnTo>
                    <a:pt x="10938" y="13777"/>
                  </a:lnTo>
                  <a:cubicBezTo>
                    <a:pt x="10327" y="13777"/>
                    <a:pt x="9731" y="13777"/>
                    <a:pt x="9153" y="13776"/>
                  </a:cubicBezTo>
                  <a:cubicBezTo>
                    <a:pt x="8573" y="13776"/>
                    <a:pt x="7968" y="13775"/>
                    <a:pt x="7348" y="13774"/>
                  </a:cubicBezTo>
                  <a:cubicBezTo>
                    <a:pt x="8408" y="13801"/>
                    <a:pt x="9561" y="13834"/>
                    <a:pt x="10816" y="13873"/>
                  </a:cubicBezTo>
                  <a:lnTo>
                    <a:pt x="10996" y="13878"/>
                  </a:lnTo>
                  <a:lnTo>
                    <a:pt x="21029" y="14189"/>
                  </a:lnTo>
                  <a:lnTo>
                    <a:pt x="21029" y="14754"/>
                  </a:lnTo>
                  <a:lnTo>
                    <a:pt x="11219" y="15069"/>
                  </a:lnTo>
                  <a:cubicBezTo>
                    <a:pt x="10773" y="15084"/>
                    <a:pt x="10262" y="15099"/>
                    <a:pt x="9689" y="15114"/>
                  </a:cubicBezTo>
                  <a:cubicBezTo>
                    <a:pt x="9108" y="15128"/>
                    <a:pt x="8330" y="15148"/>
                    <a:pt x="7348" y="15172"/>
                  </a:cubicBezTo>
                  <a:cubicBezTo>
                    <a:pt x="8230" y="15168"/>
                    <a:pt x="8986" y="15166"/>
                    <a:pt x="9619" y="15164"/>
                  </a:cubicBezTo>
                  <a:cubicBezTo>
                    <a:pt x="10249" y="15162"/>
                    <a:pt x="10753" y="15161"/>
                    <a:pt x="11133" y="15161"/>
                  </a:cubicBezTo>
                  <a:cubicBezTo>
                    <a:pt x="11133" y="15161"/>
                    <a:pt x="21029" y="15161"/>
                    <a:pt x="21029" y="15161"/>
                  </a:cubicBezTo>
                  <a:close/>
                  <a:moveTo>
                    <a:pt x="16240" y="11790"/>
                  </a:moveTo>
                  <a:lnTo>
                    <a:pt x="16240" y="11415"/>
                  </a:lnTo>
                  <a:cubicBezTo>
                    <a:pt x="16240" y="11291"/>
                    <a:pt x="16093" y="11202"/>
                    <a:pt x="15794" y="11150"/>
                  </a:cubicBezTo>
                  <a:cubicBezTo>
                    <a:pt x="15500" y="11097"/>
                    <a:pt x="15009" y="11071"/>
                    <a:pt x="14334" y="11071"/>
                  </a:cubicBezTo>
                  <a:cubicBezTo>
                    <a:pt x="13659" y="11071"/>
                    <a:pt x="13176" y="11098"/>
                    <a:pt x="12891" y="11152"/>
                  </a:cubicBezTo>
                  <a:cubicBezTo>
                    <a:pt x="12603" y="11205"/>
                    <a:pt x="12460" y="11295"/>
                    <a:pt x="12460" y="11422"/>
                  </a:cubicBezTo>
                  <a:lnTo>
                    <a:pt x="12460" y="11790"/>
                  </a:lnTo>
                  <a:cubicBezTo>
                    <a:pt x="12460" y="11790"/>
                    <a:pt x="16240" y="11790"/>
                    <a:pt x="16240" y="11790"/>
                  </a:cubicBezTo>
                  <a:close/>
                  <a:moveTo>
                    <a:pt x="8716" y="11790"/>
                  </a:moveTo>
                  <a:lnTo>
                    <a:pt x="8716" y="11456"/>
                  </a:lnTo>
                  <a:cubicBezTo>
                    <a:pt x="8716" y="11344"/>
                    <a:pt x="8582" y="11265"/>
                    <a:pt x="8312" y="11220"/>
                  </a:cubicBezTo>
                  <a:cubicBezTo>
                    <a:pt x="8040" y="11174"/>
                    <a:pt x="7591" y="11151"/>
                    <a:pt x="6949" y="11151"/>
                  </a:cubicBezTo>
                  <a:cubicBezTo>
                    <a:pt x="6270" y="11151"/>
                    <a:pt x="5808" y="11176"/>
                    <a:pt x="5558" y="11225"/>
                  </a:cubicBezTo>
                  <a:cubicBezTo>
                    <a:pt x="5306" y="11274"/>
                    <a:pt x="5181" y="11387"/>
                    <a:pt x="5181" y="11565"/>
                  </a:cubicBezTo>
                  <a:lnTo>
                    <a:pt x="5181" y="11790"/>
                  </a:lnTo>
                  <a:cubicBezTo>
                    <a:pt x="5181" y="11790"/>
                    <a:pt x="8716" y="11790"/>
                    <a:pt x="8716" y="11790"/>
                  </a:cubicBezTo>
                  <a:close/>
                  <a:moveTo>
                    <a:pt x="21029" y="12575"/>
                  </a:moveTo>
                  <a:lnTo>
                    <a:pt x="529" y="12575"/>
                  </a:lnTo>
                  <a:lnTo>
                    <a:pt x="529" y="11541"/>
                  </a:lnTo>
                  <a:cubicBezTo>
                    <a:pt x="529" y="11319"/>
                    <a:pt x="578" y="11157"/>
                    <a:pt x="669" y="11056"/>
                  </a:cubicBezTo>
                  <a:cubicBezTo>
                    <a:pt x="763" y="10954"/>
                    <a:pt x="915" y="10867"/>
                    <a:pt x="1129" y="10794"/>
                  </a:cubicBezTo>
                  <a:cubicBezTo>
                    <a:pt x="1518" y="10666"/>
                    <a:pt x="2127" y="10568"/>
                    <a:pt x="2954" y="10500"/>
                  </a:cubicBezTo>
                  <a:cubicBezTo>
                    <a:pt x="3778" y="10432"/>
                    <a:pt x="4782" y="10398"/>
                    <a:pt x="5960" y="10398"/>
                  </a:cubicBezTo>
                  <a:cubicBezTo>
                    <a:pt x="6886" y="10398"/>
                    <a:pt x="7698" y="10423"/>
                    <a:pt x="8386" y="10474"/>
                  </a:cubicBezTo>
                  <a:cubicBezTo>
                    <a:pt x="9080" y="10525"/>
                    <a:pt x="9646" y="10602"/>
                    <a:pt x="10093" y="10703"/>
                  </a:cubicBezTo>
                  <a:cubicBezTo>
                    <a:pt x="10483" y="10570"/>
                    <a:pt x="11068" y="10471"/>
                    <a:pt x="11847" y="10407"/>
                  </a:cubicBezTo>
                  <a:cubicBezTo>
                    <a:pt x="12625" y="10343"/>
                    <a:pt x="13638" y="10311"/>
                    <a:pt x="14873" y="10311"/>
                  </a:cubicBezTo>
                  <a:cubicBezTo>
                    <a:pt x="16093" y="10311"/>
                    <a:pt x="17150" y="10342"/>
                    <a:pt x="18045" y="10405"/>
                  </a:cubicBezTo>
                  <a:cubicBezTo>
                    <a:pt x="18938" y="10467"/>
                    <a:pt x="19627" y="10557"/>
                    <a:pt x="20112" y="10676"/>
                  </a:cubicBezTo>
                  <a:cubicBezTo>
                    <a:pt x="20446" y="10756"/>
                    <a:pt x="20683" y="10847"/>
                    <a:pt x="20817" y="10950"/>
                  </a:cubicBezTo>
                  <a:cubicBezTo>
                    <a:pt x="20959" y="11052"/>
                    <a:pt x="21029" y="11222"/>
                    <a:pt x="21029" y="11459"/>
                  </a:cubicBezTo>
                  <a:cubicBezTo>
                    <a:pt x="21029" y="11459"/>
                    <a:pt x="21029" y="12575"/>
                    <a:pt x="21029" y="12575"/>
                  </a:cubicBezTo>
                  <a:close/>
                  <a:moveTo>
                    <a:pt x="10796" y="9211"/>
                  </a:moveTo>
                  <a:cubicBezTo>
                    <a:pt x="12739" y="9211"/>
                    <a:pt x="14158" y="9171"/>
                    <a:pt x="15073" y="9091"/>
                  </a:cubicBezTo>
                  <a:cubicBezTo>
                    <a:pt x="15979" y="9011"/>
                    <a:pt x="16434" y="8886"/>
                    <a:pt x="16434" y="8716"/>
                  </a:cubicBezTo>
                  <a:cubicBezTo>
                    <a:pt x="16434" y="8547"/>
                    <a:pt x="15983" y="8423"/>
                    <a:pt x="15077" y="8344"/>
                  </a:cubicBezTo>
                  <a:cubicBezTo>
                    <a:pt x="14174" y="8266"/>
                    <a:pt x="12750" y="8227"/>
                    <a:pt x="10796" y="8227"/>
                  </a:cubicBezTo>
                  <a:cubicBezTo>
                    <a:pt x="8839" y="8227"/>
                    <a:pt x="7408" y="8266"/>
                    <a:pt x="6505" y="8344"/>
                  </a:cubicBezTo>
                  <a:cubicBezTo>
                    <a:pt x="5598" y="8423"/>
                    <a:pt x="5148" y="8547"/>
                    <a:pt x="5148" y="8716"/>
                  </a:cubicBezTo>
                  <a:cubicBezTo>
                    <a:pt x="5148" y="8886"/>
                    <a:pt x="5603" y="9011"/>
                    <a:pt x="6513" y="9091"/>
                  </a:cubicBezTo>
                  <a:cubicBezTo>
                    <a:pt x="7422" y="9171"/>
                    <a:pt x="8848" y="9211"/>
                    <a:pt x="10796" y="9211"/>
                  </a:cubicBezTo>
                  <a:moveTo>
                    <a:pt x="10796" y="10027"/>
                  </a:moveTo>
                  <a:cubicBezTo>
                    <a:pt x="7457" y="10027"/>
                    <a:pt x="4824" y="9909"/>
                    <a:pt x="2890" y="9675"/>
                  </a:cubicBezTo>
                  <a:cubicBezTo>
                    <a:pt x="962" y="9441"/>
                    <a:pt x="0" y="9121"/>
                    <a:pt x="0" y="8716"/>
                  </a:cubicBezTo>
                  <a:cubicBezTo>
                    <a:pt x="0" y="8312"/>
                    <a:pt x="962" y="7993"/>
                    <a:pt x="2890" y="7760"/>
                  </a:cubicBezTo>
                  <a:cubicBezTo>
                    <a:pt x="4824" y="7525"/>
                    <a:pt x="7457" y="7409"/>
                    <a:pt x="10796" y="7409"/>
                  </a:cubicBezTo>
                  <a:cubicBezTo>
                    <a:pt x="14129" y="7409"/>
                    <a:pt x="16764" y="7525"/>
                    <a:pt x="18697" y="7760"/>
                  </a:cubicBezTo>
                  <a:cubicBezTo>
                    <a:pt x="20630" y="7993"/>
                    <a:pt x="21600" y="8312"/>
                    <a:pt x="21600" y="8716"/>
                  </a:cubicBezTo>
                  <a:cubicBezTo>
                    <a:pt x="21600" y="9121"/>
                    <a:pt x="20630" y="9441"/>
                    <a:pt x="18697" y="9675"/>
                  </a:cubicBezTo>
                  <a:cubicBezTo>
                    <a:pt x="16764" y="9909"/>
                    <a:pt x="14129" y="10027"/>
                    <a:pt x="10796" y="10027"/>
                  </a:cubicBezTo>
                  <a:moveTo>
                    <a:pt x="21029" y="7039"/>
                  </a:moveTo>
                  <a:lnTo>
                    <a:pt x="529" y="7039"/>
                  </a:lnTo>
                  <a:lnTo>
                    <a:pt x="529" y="6229"/>
                  </a:lnTo>
                  <a:lnTo>
                    <a:pt x="15586" y="6229"/>
                  </a:lnTo>
                  <a:lnTo>
                    <a:pt x="15586" y="5129"/>
                  </a:lnTo>
                  <a:lnTo>
                    <a:pt x="21029" y="5129"/>
                  </a:lnTo>
                  <a:cubicBezTo>
                    <a:pt x="21029" y="5129"/>
                    <a:pt x="21029" y="7039"/>
                    <a:pt x="21029" y="7039"/>
                  </a:cubicBezTo>
                  <a:close/>
                  <a:moveTo>
                    <a:pt x="15838" y="3989"/>
                  </a:moveTo>
                  <a:lnTo>
                    <a:pt x="15838" y="3772"/>
                  </a:lnTo>
                  <a:cubicBezTo>
                    <a:pt x="15838" y="3570"/>
                    <a:pt x="15472" y="3430"/>
                    <a:pt x="14738" y="3352"/>
                  </a:cubicBezTo>
                  <a:cubicBezTo>
                    <a:pt x="14002" y="3274"/>
                    <a:pt x="12692" y="3235"/>
                    <a:pt x="10802" y="3235"/>
                  </a:cubicBezTo>
                  <a:cubicBezTo>
                    <a:pt x="8952" y="3235"/>
                    <a:pt x="7645" y="3275"/>
                    <a:pt x="6879" y="3355"/>
                  </a:cubicBezTo>
                  <a:cubicBezTo>
                    <a:pt x="6107" y="3435"/>
                    <a:pt x="5722" y="3570"/>
                    <a:pt x="5722" y="3762"/>
                  </a:cubicBezTo>
                  <a:lnTo>
                    <a:pt x="5722" y="3989"/>
                  </a:lnTo>
                  <a:cubicBezTo>
                    <a:pt x="5722" y="3989"/>
                    <a:pt x="15838" y="3989"/>
                    <a:pt x="15838" y="3989"/>
                  </a:cubicBezTo>
                  <a:close/>
                  <a:moveTo>
                    <a:pt x="21029" y="4799"/>
                  </a:moveTo>
                  <a:lnTo>
                    <a:pt x="529" y="4799"/>
                  </a:lnTo>
                  <a:lnTo>
                    <a:pt x="529" y="3820"/>
                  </a:lnTo>
                  <a:cubicBezTo>
                    <a:pt x="529" y="3571"/>
                    <a:pt x="621" y="3386"/>
                    <a:pt x="801" y="3265"/>
                  </a:cubicBezTo>
                  <a:cubicBezTo>
                    <a:pt x="982" y="3143"/>
                    <a:pt x="1283" y="3037"/>
                    <a:pt x="1698" y="2947"/>
                  </a:cubicBezTo>
                  <a:cubicBezTo>
                    <a:pt x="2535" y="2772"/>
                    <a:pt x="3709" y="2641"/>
                    <a:pt x="5219" y="2554"/>
                  </a:cubicBezTo>
                  <a:cubicBezTo>
                    <a:pt x="6735" y="2466"/>
                    <a:pt x="8593" y="2422"/>
                    <a:pt x="10802" y="2422"/>
                  </a:cubicBezTo>
                  <a:cubicBezTo>
                    <a:pt x="13119" y="2422"/>
                    <a:pt x="15073" y="2476"/>
                    <a:pt x="16653" y="2586"/>
                  </a:cubicBezTo>
                  <a:cubicBezTo>
                    <a:pt x="18235" y="2694"/>
                    <a:pt x="19407" y="2855"/>
                    <a:pt x="20179" y="3067"/>
                  </a:cubicBezTo>
                  <a:cubicBezTo>
                    <a:pt x="20486" y="3149"/>
                    <a:pt x="20705" y="3252"/>
                    <a:pt x="20835" y="3376"/>
                  </a:cubicBezTo>
                  <a:cubicBezTo>
                    <a:pt x="20962" y="3500"/>
                    <a:pt x="21029" y="3697"/>
                    <a:pt x="21029" y="3970"/>
                  </a:cubicBezTo>
                  <a:cubicBezTo>
                    <a:pt x="21029" y="3970"/>
                    <a:pt x="21029" y="4799"/>
                    <a:pt x="21029" y="4799"/>
                  </a:cubicBezTo>
                  <a:close/>
                  <a:moveTo>
                    <a:pt x="21029" y="1520"/>
                  </a:moveTo>
                  <a:lnTo>
                    <a:pt x="5931" y="1520"/>
                  </a:lnTo>
                  <a:lnTo>
                    <a:pt x="5931" y="2245"/>
                  </a:lnTo>
                  <a:lnTo>
                    <a:pt x="529" y="2245"/>
                  </a:lnTo>
                  <a:lnTo>
                    <a:pt x="529" y="0"/>
                  </a:lnTo>
                  <a:lnTo>
                    <a:pt x="5931" y="0"/>
                  </a:lnTo>
                  <a:lnTo>
                    <a:pt x="5931" y="710"/>
                  </a:lnTo>
                  <a:lnTo>
                    <a:pt x="21029" y="710"/>
                  </a:lnTo>
                  <a:cubicBezTo>
                    <a:pt x="21029" y="710"/>
                    <a:pt x="21029" y="1520"/>
                    <a:pt x="21029" y="1520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6"/>
            <p:cNvSpPr/>
            <p:nvPr/>
          </p:nvSpPr>
          <p:spPr>
            <a:xfrm>
              <a:off x="3035878" y="1136535"/>
              <a:ext cx="67044" cy="103534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543" y="20941"/>
                  </a:moveTo>
                  <a:lnTo>
                    <a:pt x="13543" y="20794"/>
                  </a:lnTo>
                  <a:cubicBezTo>
                    <a:pt x="16158" y="20796"/>
                    <a:pt x="18155" y="20831"/>
                    <a:pt x="19534" y="20899"/>
                  </a:cubicBezTo>
                  <a:cubicBezTo>
                    <a:pt x="20913" y="20968"/>
                    <a:pt x="21600" y="21066"/>
                    <a:pt x="21600" y="21195"/>
                  </a:cubicBezTo>
                  <a:cubicBezTo>
                    <a:pt x="21600" y="21333"/>
                    <a:pt x="20724" y="21435"/>
                    <a:pt x="18969" y="21501"/>
                  </a:cubicBezTo>
                  <a:cubicBezTo>
                    <a:pt x="17222" y="21567"/>
                    <a:pt x="14513" y="21600"/>
                    <a:pt x="10855" y="21600"/>
                  </a:cubicBezTo>
                  <a:cubicBezTo>
                    <a:pt x="7038" y="21600"/>
                    <a:pt x="4276" y="21567"/>
                    <a:pt x="2562" y="21501"/>
                  </a:cubicBezTo>
                  <a:cubicBezTo>
                    <a:pt x="855" y="21436"/>
                    <a:pt x="0" y="21330"/>
                    <a:pt x="0" y="21184"/>
                  </a:cubicBezTo>
                  <a:cubicBezTo>
                    <a:pt x="0" y="21062"/>
                    <a:pt x="552" y="20968"/>
                    <a:pt x="1645" y="20902"/>
                  </a:cubicBezTo>
                  <a:cubicBezTo>
                    <a:pt x="2733" y="20836"/>
                    <a:pt x="4292" y="20802"/>
                    <a:pt x="6309" y="20802"/>
                  </a:cubicBezTo>
                  <a:lnTo>
                    <a:pt x="6563" y="20802"/>
                  </a:lnTo>
                  <a:lnTo>
                    <a:pt x="6563" y="20946"/>
                  </a:lnTo>
                  <a:cubicBezTo>
                    <a:pt x="5152" y="20946"/>
                    <a:pt x="4047" y="20968"/>
                    <a:pt x="3245" y="21010"/>
                  </a:cubicBezTo>
                  <a:cubicBezTo>
                    <a:pt x="2435" y="21053"/>
                    <a:pt x="2034" y="21112"/>
                    <a:pt x="2034" y="21186"/>
                  </a:cubicBezTo>
                  <a:cubicBezTo>
                    <a:pt x="2034" y="21276"/>
                    <a:pt x="2717" y="21342"/>
                    <a:pt x="4075" y="21382"/>
                  </a:cubicBezTo>
                  <a:cubicBezTo>
                    <a:pt x="5438" y="21422"/>
                    <a:pt x="7692" y="21441"/>
                    <a:pt x="10855" y="21441"/>
                  </a:cubicBezTo>
                  <a:cubicBezTo>
                    <a:pt x="13945" y="21441"/>
                    <a:pt x="16146" y="21421"/>
                    <a:pt x="17451" y="21380"/>
                  </a:cubicBezTo>
                  <a:cubicBezTo>
                    <a:pt x="18756" y="21339"/>
                    <a:pt x="19411" y="21271"/>
                    <a:pt x="19411" y="21177"/>
                  </a:cubicBezTo>
                  <a:cubicBezTo>
                    <a:pt x="19411" y="21101"/>
                    <a:pt x="18932" y="21043"/>
                    <a:pt x="17971" y="21003"/>
                  </a:cubicBezTo>
                  <a:cubicBezTo>
                    <a:pt x="17009" y="20962"/>
                    <a:pt x="15643" y="20941"/>
                    <a:pt x="13863" y="20941"/>
                  </a:cubicBezTo>
                  <a:cubicBezTo>
                    <a:pt x="13863" y="20941"/>
                    <a:pt x="13543" y="20941"/>
                    <a:pt x="13543" y="20941"/>
                  </a:cubicBezTo>
                  <a:close/>
                  <a:moveTo>
                    <a:pt x="10802" y="18406"/>
                  </a:moveTo>
                  <a:cubicBezTo>
                    <a:pt x="14116" y="18406"/>
                    <a:pt x="16408" y="18386"/>
                    <a:pt x="17672" y="18346"/>
                  </a:cubicBezTo>
                  <a:cubicBezTo>
                    <a:pt x="18932" y="18305"/>
                    <a:pt x="19571" y="18234"/>
                    <a:pt x="19571" y="18134"/>
                  </a:cubicBezTo>
                  <a:cubicBezTo>
                    <a:pt x="19571" y="18032"/>
                    <a:pt x="18957" y="17961"/>
                    <a:pt x="17713" y="17921"/>
                  </a:cubicBezTo>
                  <a:cubicBezTo>
                    <a:pt x="16481" y="17881"/>
                    <a:pt x="14174" y="17861"/>
                    <a:pt x="10802" y="17861"/>
                  </a:cubicBezTo>
                  <a:cubicBezTo>
                    <a:pt x="7439" y="17861"/>
                    <a:pt x="5139" y="17881"/>
                    <a:pt x="3908" y="17921"/>
                  </a:cubicBezTo>
                  <a:cubicBezTo>
                    <a:pt x="2680" y="17961"/>
                    <a:pt x="2066" y="18032"/>
                    <a:pt x="2066" y="18134"/>
                  </a:cubicBezTo>
                  <a:cubicBezTo>
                    <a:pt x="2066" y="18234"/>
                    <a:pt x="2692" y="18305"/>
                    <a:pt x="3961" y="18346"/>
                  </a:cubicBezTo>
                  <a:cubicBezTo>
                    <a:pt x="5221" y="18386"/>
                    <a:pt x="7500" y="18406"/>
                    <a:pt x="10802" y="18406"/>
                  </a:cubicBezTo>
                  <a:moveTo>
                    <a:pt x="10802" y="18561"/>
                  </a:moveTo>
                  <a:cubicBezTo>
                    <a:pt x="6968" y="18561"/>
                    <a:pt x="4206" y="18528"/>
                    <a:pt x="2529" y="18461"/>
                  </a:cubicBezTo>
                  <a:cubicBezTo>
                    <a:pt x="847" y="18394"/>
                    <a:pt x="0" y="18284"/>
                    <a:pt x="0" y="18134"/>
                  </a:cubicBezTo>
                  <a:cubicBezTo>
                    <a:pt x="0" y="17982"/>
                    <a:pt x="835" y="17873"/>
                    <a:pt x="2500" y="17806"/>
                  </a:cubicBezTo>
                  <a:cubicBezTo>
                    <a:pt x="4165" y="17739"/>
                    <a:pt x="6927" y="17706"/>
                    <a:pt x="10802" y="17706"/>
                  </a:cubicBezTo>
                  <a:cubicBezTo>
                    <a:pt x="14677" y="17706"/>
                    <a:pt x="17439" y="17739"/>
                    <a:pt x="19104" y="17806"/>
                  </a:cubicBezTo>
                  <a:cubicBezTo>
                    <a:pt x="20774" y="17872"/>
                    <a:pt x="21600" y="17981"/>
                    <a:pt x="21600" y="18134"/>
                  </a:cubicBezTo>
                  <a:cubicBezTo>
                    <a:pt x="21600" y="18284"/>
                    <a:pt x="20753" y="18393"/>
                    <a:pt x="19055" y="18460"/>
                  </a:cubicBezTo>
                  <a:cubicBezTo>
                    <a:pt x="17361" y="18528"/>
                    <a:pt x="14616" y="18561"/>
                    <a:pt x="10802" y="18561"/>
                  </a:cubicBezTo>
                  <a:moveTo>
                    <a:pt x="21113" y="15459"/>
                  </a:moveTo>
                  <a:lnTo>
                    <a:pt x="495" y="15459"/>
                  </a:lnTo>
                  <a:lnTo>
                    <a:pt x="495" y="15310"/>
                  </a:lnTo>
                  <a:lnTo>
                    <a:pt x="18891" y="15310"/>
                  </a:lnTo>
                  <a:lnTo>
                    <a:pt x="18891" y="14777"/>
                  </a:lnTo>
                  <a:lnTo>
                    <a:pt x="21113" y="14777"/>
                  </a:lnTo>
                  <a:cubicBezTo>
                    <a:pt x="21113" y="14777"/>
                    <a:pt x="21113" y="15459"/>
                    <a:pt x="21113" y="15459"/>
                  </a:cubicBezTo>
                  <a:close/>
                  <a:moveTo>
                    <a:pt x="10802" y="12547"/>
                  </a:moveTo>
                  <a:cubicBezTo>
                    <a:pt x="14116" y="12547"/>
                    <a:pt x="16408" y="12527"/>
                    <a:pt x="17672" y="12486"/>
                  </a:cubicBezTo>
                  <a:cubicBezTo>
                    <a:pt x="18932" y="12445"/>
                    <a:pt x="19571" y="12375"/>
                    <a:pt x="19571" y="12274"/>
                  </a:cubicBezTo>
                  <a:cubicBezTo>
                    <a:pt x="19571" y="12173"/>
                    <a:pt x="18957" y="12102"/>
                    <a:pt x="17713" y="12061"/>
                  </a:cubicBezTo>
                  <a:cubicBezTo>
                    <a:pt x="16481" y="12022"/>
                    <a:pt x="14174" y="12001"/>
                    <a:pt x="10802" y="12001"/>
                  </a:cubicBezTo>
                  <a:cubicBezTo>
                    <a:pt x="7439" y="12001"/>
                    <a:pt x="5139" y="12022"/>
                    <a:pt x="3908" y="12061"/>
                  </a:cubicBezTo>
                  <a:cubicBezTo>
                    <a:pt x="2680" y="12102"/>
                    <a:pt x="2066" y="12173"/>
                    <a:pt x="2066" y="12274"/>
                  </a:cubicBezTo>
                  <a:cubicBezTo>
                    <a:pt x="2066" y="12375"/>
                    <a:pt x="2692" y="12445"/>
                    <a:pt x="3961" y="12486"/>
                  </a:cubicBezTo>
                  <a:cubicBezTo>
                    <a:pt x="5221" y="12527"/>
                    <a:pt x="7500" y="12547"/>
                    <a:pt x="10802" y="12547"/>
                  </a:cubicBezTo>
                  <a:moveTo>
                    <a:pt x="10802" y="12702"/>
                  </a:moveTo>
                  <a:cubicBezTo>
                    <a:pt x="6968" y="12702"/>
                    <a:pt x="4206" y="12668"/>
                    <a:pt x="2529" y="12601"/>
                  </a:cubicBezTo>
                  <a:cubicBezTo>
                    <a:pt x="847" y="12534"/>
                    <a:pt x="0" y="12425"/>
                    <a:pt x="0" y="12274"/>
                  </a:cubicBezTo>
                  <a:cubicBezTo>
                    <a:pt x="0" y="12123"/>
                    <a:pt x="835" y="12013"/>
                    <a:pt x="2500" y="11946"/>
                  </a:cubicBezTo>
                  <a:cubicBezTo>
                    <a:pt x="4165" y="11880"/>
                    <a:pt x="6927" y="11846"/>
                    <a:pt x="10802" y="11846"/>
                  </a:cubicBezTo>
                  <a:cubicBezTo>
                    <a:pt x="14677" y="11846"/>
                    <a:pt x="17439" y="11880"/>
                    <a:pt x="19104" y="11946"/>
                  </a:cubicBezTo>
                  <a:cubicBezTo>
                    <a:pt x="20774" y="12012"/>
                    <a:pt x="21600" y="12122"/>
                    <a:pt x="21600" y="12274"/>
                  </a:cubicBezTo>
                  <a:cubicBezTo>
                    <a:pt x="21600" y="12424"/>
                    <a:pt x="20753" y="12533"/>
                    <a:pt x="19055" y="12601"/>
                  </a:cubicBezTo>
                  <a:cubicBezTo>
                    <a:pt x="17361" y="12668"/>
                    <a:pt x="14616" y="12702"/>
                    <a:pt x="10802" y="12702"/>
                  </a:cubicBezTo>
                  <a:moveTo>
                    <a:pt x="21113" y="8674"/>
                  </a:moveTo>
                  <a:lnTo>
                    <a:pt x="1673" y="8674"/>
                  </a:lnTo>
                  <a:lnTo>
                    <a:pt x="21113" y="8999"/>
                  </a:lnTo>
                  <a:lnTo>
                    <a:pt x="21113" y="9144"/>
                  </a:lnTo>
                  <a:lnTo>
                    <a:pt x="1673" y="9455"/>
                  </a:lnTo>
                  <a:lnTo>
                    <a:pt x="21113" y="9455"/>
                  </a:lnTo>
                  <a:lnTo>
                    <a:pt x="21113" y="9601"/>
                  </a:lnTo>
                  <a:lnTo>
                    <a:pt x="495" y="9601"/>
                  </a:lnTo>
                  <a:lnTo>
                    <a:pt x="495" y="9350"/>
                  </a:lnTo>
                  <a:lnTo>
                    <a:pt x="18065" y="9069"/>
                  </a:lnTo>
                  <a:lnTo>
                    <a:pt x="495" y="8776"/>
                  </a:lnTo>
                  <a:lnTo>
                    <a:pt x="495" y="8529"/>
                  </a:lnTo>
                  <a:lnTo>
                    <a:pt x="21113" y="8529"/>
                  </a:lnTo>
                  <a:cubicBezTo>
                    <a:pt x="21113" y="8529"/>
                    <a:pt x="21113" y="8674"/>
                    <a:pt x="21113" y="8674"/>
                  </a:cubicBezTo>
                  <a:close/>
                  <a:moveTo>
                    <a:pt x="9264" y="6110"/>
                  </a:moveTo>
                  <a:lnTo>
                    <a:pt x="9264" y="5954"/>
                  </a:lnTo>
                  <a:cubicBezTo>
                    <a:pt x="9264" y="5861"/>
                    <a:pt x="8994" y="5795"/>
                    <a:pt x="8458" y="5757"/>
                  </a:cubicBezTo>
                  <a:cubicBezTo>
                    <a:pt x="7922" y="5719"/>
                    <a:pt x="7009" y="5701"/>
                    <a:pt x="5696" y="5701"/>
                  </a:cubicBezTo>
                  <a:cubicBezTo>
                    <a:pt x="4460" y="5701"/>
                    <a:pt x="3588" y="5720"/>
                    <a:pt x="3085" y="5758"/>
                  </a:cubicBezTo>
                  <a:cubicBezTo>
                    <a:pt x="2578" y="5797"/>
                    <a:pt x="2328" y="5865"/>
                    <a:pt x="2328" y="5963"/>
                  </a:cubicBezTo>
                  <a:lnTo>
                    <a:pt x="2328" y="6110"/>
                  </a:lnTo>
                  <a:cubicBezTo>
                    <a:pt x="2328" y="6110"/>
                    <a:pt x="9264" y="6110"/>
                    <a:pt x="9264" y="6110"/>
                  </a:cubicBezTo>
                  <a:close/>
                  <a:moveTo>
                    <a:pt x="19080" y="6110"/>
                  </a:moveTo>
                  <a:lnTo>
                    <a:pt x="19080" y="5920"/>
                  </a:lnTo>
                  <a:cubicBezTo>
                    <a:pt x="19080" y="5830"/>
                    <a:pt x="18785" y="5764"/>
                    <a:pt x="18196" y="5724"/>
                  </a:cubicBezTo>
                  <a:cubicBezTo>
                    <a:pt x="17607" y="5684"/>
                    <a:pt x="16645" y="5664"/>
                    <a:pt x="15299" y="5664"/>
                  </a:cubicBezTo>
                  <a:cubicBezTo>
                    <a:pt x="13789" y="5664"/>
                    <a:pt x="12725" y="5686"/>
                    <a:pt x="12099" y="5728"/>
                  </a:cubicBezTo>
                  <a:cubicBezTo>
                    <a:pt x="11477" y="5771"/>
                    <a:pt x="11162" y="5844"/>
                    <a:pt x="11162" y="5947"/>
                  </a:cubicBezTo>
                  <a:lnTo>
                    <a:pt x="11162" y="6110"/>
                  </a:lnTo>
                  <a:cubicBezTo>
                    <a:pt x="11162" y="6110"/>
                    <a:pt x="19080" y="6110"/>
                    <a:pt x="19080" y="6110"/>
                  </a:cubicBezTo>
                  <a:close/>
                  <a:moveTo>
                    <a:pt x="21113" y="6254"/>
                  </a:moveTo>
                  <a:lnTo>
                    <a:pt x="495" y="6254"/>
                  </a:lnTo>
                  <a:lnTo>
                    <a:pt x="495" y="5906"/>
                  </a:lnTo>
                  <a:cubicBezTo>
                    <a:pt x="495" y="5781"/>
                    <a:pt x="900" y="5690"/>
                    <a:pt x="1723" y="5634"/>
                  </a:cubicBezTo>
                  <a:cubicBezTo>
                    <a:pt x="2537" y="5578"/>
                    <a:pt x="3846" y="5549"/>
                    <a:pt x="5651" y="5549"/>
                  </a:cubicBezTo>
                  <a:cubicBezTo>
                    <a:pt x="6878" y="5549"/>
                    <a:pt x="7872" y="5565"/>
                    <a:pt x="8613" y="5595"/>
                  </a:cubicBezTo>
                  <a:cubicBezTo>
                    <a:pt x="9358" y="5625"/>
                    <a:pt x="9869" y="5672"/>
                    <a:pt x="10148" y="5734"/>
                  </a:cubicBezTo>
                  <a:cubicBezTo>
                    <a:pt x="10385" y="5657"/>
                    <a:pt x="10921" y="5600"/>
                    <a:pt x="11743" y="5563"/>
                  </a:cubicBezTo>
                  <a:cubicBezTo>
                    <a:pt x="12570" y="5526"/>
                    <a:pt x="13720" y="5507"/>
                    <a:pt x="15196" y="5507"/>
                  </a:cubicBezTo>
                  <a:cubicBezTo>
                    <a:pt x="17079" y="5507"/>
                    <a:pt x="18535" y="5540"/>
                    <a:pt x="19562" y="5608"/>
                  </a:cubicBezTo>
                  <a:cubicBezTo>
                    <a:pt x="20594" y="5675"/>
                    <a:pt x="21113" y="5769"/>
                    <a:pt x="21113" y="5892"/>
                  </a:cubicBezTo>
                  <a:cubicBezTo>
                    <a:pt x="21113" y="5892"/>
                    <a:pt x="21113" y="6254"/>
                    <a:pt x="21113" y="6254"/>
                  </a:cubicBezTo>
                  <a:close/>
                  <a:moveTo>
                    <a:pt x="21113" y="3258"/>
                  </a:moveTo>
                  <a:lnTo>
                    <a:pt x="495" y="3258"/>
                  </a:lnTo>
                  <a:lnTo>
                    <a:pt x="495" y="3105"/>
                  </a:lnTo>
                  <a:lnTo>
                    <a:pt x="21113" y="3105"/>
                  </a:lnTo>
                  <a:cubicBezTo>
                    <a:pt x="21113" y="3105"/>
                    <a:pt x="21113" y="3258"/>
                    <a:pt x="21113" y="3258"/>
                  </a:cubicBezTo>
                  <a:close/>
                  <a:moveTo>
                    <a:pt x="13081" y="641"/>
                  </a:moveTo>
                  <a:lnTo>
                    <a:pt x="13081" y="286"/>
                  </a:lnTo>
                  <a:lnTo>
                    <a:pt x="2275" y="464"/>
                  </a:lnTo>
                  <a:cubicBezTo>
                    <a:pt x="2275" y="464"/>
                    <a:pt x="13081" y="641"/>
                    <a:pt x="13081" y="641"/>
                  </a:cubicBezTo>
                  <a:close/>
                  <a:moveTo>
                    <a:pt x="21113" y="923"/>
                  </a:moveTo>
                  <a:lnTo>
                    <a:pt x="495" y="559"/>
                  </a:lnTo>
                  <a:lnTo>
                    <a:pt x="495" y="369"/>
                  </a:lnTo>
                  <a:lnTo>
                    <a:pt x="21113" y="0"/>
                  </a:lnTo>
                  <a:lnTo>
                    <a:pt x="21113" y="151"/>
                  </a:lnTo>
                  <a:lnTo>
                    <a:pt x="15168" y="252"/>
                  </a:lnTo>
                  <a:lnTo>
                    <a:pt x="15168" y="675"/>
                  </a:lnTo>
                  <a:lnTo>
                    <a:pt x="21113" y="772"/>
                  </a:lnTo>
                  <a:cubicBezTo>
                    <a:pt x="21113" y="772"/>
                    <a:pt x="21113" y="923"/>
                    <a:pt x="21113" y="92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6"/>
            <p:cNvSpPr/>
            <p:nvPr/>
          </p:nvSpPr>
          <p:spPr>
            <a:xfrm>
              <a:off x="2731077" y="2000136"/>
              <a:ext cx="74081" cy="1093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6493"/>
                  </a:moveTo>
                  <a:lnTo>
                    <a:pt x="21529" y="0"/>
                  </a:lnTo>
                  <a:lnTo>
                    <a:pt x="0" y="4419"/>
                  </a:lnTo>
                  <a:cubicBezTo>
                    <a:pt x="363" y="10148"/>
                    <a:pt x="718" y="15876"/>
                    <a:pt x="1063" y="21600"/>
                  </a:cubicBezTo>
                  <a:lnTo>
                    <a:pt x="21378" y="16516"/>
                  </a:lnTo>
                  <a:cubicBezTo>
                    <a:pt x="21452" y="16501"/>
                    <a:pt x="21526" y="16503"/>
                    <a:pt x="21600" y="16493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6"/>
            <p:cNvSpPr/>
            <p:nvPr/>
          </p:nvSpPr>
          <p:spPr>
            <a:xfrm>
              <a:off x="2667578" y="1123836"/>
              <a:ext cx="55779" cy="1533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8075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6"/>
            <p:cNvSpPr/>
            <p:nvPr/>
          </p:nvSpPr>
          <p:spPr>
            <a:xfrm>
              <a:off x="2731078" y="2101736"/>
              <a:ext cx="70358" cy="878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6363"/>
                  </a:moveTo>
                  <a:cubicBezTo>
                    <a:pt x="246" y="11306"/>
                    <a:pt x="499" y="16661"/>
                    <a:pt x="741" y="21600"/>
                  </a:cubicBezTo>
                  <a:lnTo>
                    <a:pt x="21600" y="21600"/>
                  </a:lnTo>
                  <a:lnTo>
                    <a:pt x="21522" y="0"/>
                  </a:lnTo>
                  <a:cubicBezTo>
                    <a:pt x="21522" y="0"/>
                    <a:pt x="0" y="6363"/>
                    <a:pt x="0" y="636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6"/>
            <p:cNvSpPr/>
            <p:nvPr/>
          </p:nvSpPr>
          <p:spPr>
            <a:xfrm>
              <a:off x="2553277" y="1339735"/>
              <a:ext cx="139562" cy="25036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6925"/>
                  </a:moveTo>
                  <a:cubicBezTo>
                    <a:pt x="51" y="17383"/>
                    <a:pt x="102" y="17841"/>
                    <a:pt x="153" y="18300"/>
                  </a:cubicBezTo>
                  <a:lnTo>
                    <a:pt x="16489" y="12331"/>
                  </a:lnTo>
                  <a:cubicBezTo>
                    <a:pt x="16810" y="12214"/>
                    <a:pt x="17236" y="12264"/>
                    <a:pt x="17443" y="12441"/>
                  </a:cubicBezTo>
                  <a:cubicBezTo>
                    <a:pt x="17653" y="12619"/>
                    <a:pt x="17563" y="12858"/>
                    <a:pt x="17244" y="12974"/>
                  </a:cubicBezTo>
                  <a:lnTo>
                    <a:pt x="253" y="19182"/>
                  </a:lnTo>
                  <a:cubicBezTo>
                    <a:pt x="342" y="19987"/>
                    <a:pt x="434" y="20794"/>
                    <a:pt x="523" y="21600"/>
                  </a:cubicBezTo>
                  <a:cubicBezTo>
                    <a:pt x="11727" y="20080"/>
                    <a:pt x="17258" y="17485"/>
                    <a:pt x="21600" y="14662"/>
                  </a:cubicBezTo>
                  <a:cubicBezTo>
                    <a:pt x="20997" y="9737"/>
                    <a:pt x="20313" y="4846"/>
                    <a:pt x="19520" y="0"/>
                  </a:cubicBezTo>
                  <a:cubicBezTo>
                    <a:pt x="18152" y="6640"/>
                    <a:pt x="13148" y="12574"/>
                    <a:pt x="0" y="16925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6"/>
            <p:cNvSpPr/>
            <p:nvPr/>
          </p:nvSpPr>
          <p:spPr>
            <a:xfrm>
              <a:off x="2413578" y="1619136"/>
              <a:ext cx="104699" cy="70545"/>
            </a:xfrm>
            <a:custGeom>
              <a:avLst/>
              <a:gdLst/>
              <a:ahLst/>
              <a:cxnLst/>
              <a:rect l="l" t="t" r="r" b="b"/>
              <a:pathLst>
                <a:path w="21600" h="21123" extrusionOk="0">
                  <a:moveTo>
                    <a:pt x="21162" y="21068"/>
                  </a:moveTo>
                  <a:cubicBezTo>
                    <a:pt x="20589" y="15173"/>
                    <a:pt x="19614" y="11606"/>
                    <a:pt x="21600" y="5248"/>
                  </a:cubicBezTo>
                  <a:cubicBezTo>
                    <a:pt x="18514" y="3826"/>
                    <a:pt x="15597" y="2069"/>
                    <a:pt x="12844" y="0"/>
                  </a:cubicBezTo>
                  <a:lnTo>
                    <a:pt x="0" y="12219"/>
                  </a:lnTo>
                  <a:cubicBezTo>
                    <a:pt x="6773" y="18307"/>
                    <a:pt x="13855" y="21600"/>
                    <a:pt x="21162" y="21068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6"/>
            <p:cNvSpPr/>
            <p:nvPr/>
          </p:nvSpPr>
          <p:spPr>
            <a:xfrm>
              <a:off x="2578677" y="1352435"/>
              <a:ext cx="58040" cy="4544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026" y="17151"/>
                    <a:pt x="15111" y="9575"/>
                    <a:pt x="21600" y="0"/>
                  </a:cubicBezTo>
                  <a:lnTo>
                    <a:pt x="1035" y="14320"/>
                  </a:lnTo>
                  <a:cubicBezTo>
                    <a:pt x="723" y="16716"/>
                    <a:pt x="388" y="19131"/>
                    <a:pt x="0" y="2160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6"/>
            <p:cNvSpPr/>
            <p:nvPr/>
          </p:nvSpPr>
          <p:spPr>
            <a:xfrm>
              <a:off x="2413578" y="1428636"/>
              <a:ext cx="104217" cy="71487"/>
            </a:xfrm>
            <a:custGeom>
              <a:avLst/>
              <a:gdLst/>
              <a:ahLst/>
              <a:cxnLst/>
              <a:rect l="l" t="t" r="r" b="b"/>
              <a:pathLst>
                <a:path w="21600" h="21200" extrusionOk="0">
                  <a:moveTo>
                    <a:pt x="20316" y="21167"/>
                  </a:moveTo>
                  <a:cubicBezTo>
                    <a:pt x="20744" y="17427"/>
                    <a:pt x="21174" y="13691"/>
                    <a:pt x="21600" y="9951"/>
                  </a:cubicBezTo>
                  <a:cubicBezTo>
                    <a:pt x="19039" y="6715"/>
                    <a:pt x="16825" y="3393"/>
                    <a:pt x="14917" y="0"/>
                  </a:cubicBezTo>
                  <a:lnTo>
                    <a:pt x="0" y="11638"/>
                  </a:lnTo>
                  <a:cubicBezTo>
                    <a:pt x="5930" y="17788"/>
                    <a:pt x="12522" y="21600"/>
                    <a:pt x="20316" y="21167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6"/>
            <p:cNvSpPr/>
            <p:nvPr/>
          </p:nvSpPr>
          <p:spPr>
            <a:xfrm>
              <a:off x="2565977" y="1809636"/>
              <a:ext cx="142953" cy="17711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8693" y="9685"/>
                  </a:moveTo>
                  <a:lnTo>
                    <a:pt x="17501" y="4996"/>
                  </a:lnTo>
                  <a:cubicBezTo>
                    <a:pt x="17812" y="4832"/>
                    <a:pt x="18230" y="4902"/>
                    <a:pt x="18432" y="5151"/>
                  </a:cubicBezTo>
                  <a:cubicBezTo>
                    <a:pt x="18637" y="5402"/>
                    <a:pt x="18553" y="5738"/>
                    <a:pt x="18242" y="5904"/>
                  </a:cubicBezTo>
                  <a:lnTo>
                    <a:pt x="0" y="15614"/>
                  </a:lnTo>
                  <a:cubicBezTo>
                    <a:pt x="48" y="17610"/>
                    <a:pt x="96" y="19605"/>
                    <a:pt x="146" y="21600"/>
                  </a:cubicBezTo>
                  <a:cubicBezTo>
                    <a:pt x="8303" y="20217"/>
                    <a:pt x="15289" y="17195"/>
                    <a:pt x="21600" y="13241"/>
                  </a:cubicBezTo>
                  <a:cubicBezTo>
                    <a:pt x="21414" y="8817"/>
                    <a:pt x="21214" y="4402"/>
                    <a:pt x="20994" y="0"/>
                  </a:cubicBezTo>
                  <a:cubicBezTo>
                    <a:pt x="17407" y="3541"/>
                    <a:pt x="13300" y="6765"/>
                    <a:pt x="8693" y="9685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2565978" y="1606435"/>
              <a:ext cx="144831" cy="18647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2276" y="7870"/>
                  </a:moveTo>
                  <a:cubicBezTo>
                    <a:pt x="8184" y="10115"/>
                    <a:pt x="4093" y="12360"/>
                    <a:pt x="0" y="14605"/>
                  </a:cubicBezTo>
                  <a:cubicBezTo>
                    <a:pt x="297" y="15613"/>
                    <a:pt x="530" y="16622"/>
                    <a:pt x="680" y="17631"/>
                  </a:cubicBezTo>
                  <a:lnTo>
                    <a:pt x="15590" y="9424"/>
                  </a:lnTo>
                  <a:cubicBezTo>
                    <a:pt x="15891" y="9261"/>
                    <a:pt x="16304" y="9313"/>
                    <a:pt x="16520" y="9547"/>
                  </a:cubicBezTo>
                  <a:cubicBezTo>
                    <a:pt x="16730" y="9780"/>
                    <a:pt x="16660" y="10101"/>
                    <a:pt x="16359" y="10265"/>
                  </a:cubicBezTo>
                  <a:lnTo>
                    <a:pt x="818" y="18821"/>
                  </a:lnTo>
                  <a:cubicBezTo>
                    <a:pt x="888" y="19748"/>
                    <a:pt x="879" y="20675"/>
                    <a:pt x="758" y="21600"/>
                  </a:cubicBezTo>
                  <a:cubicBezTo>
                    <a:pt x="8682" y="20722"/>
                    <a:pt x="15594" y="18603"/>
                    <a:pt x="21600" y="15379"/>
                  </a:cubicBezTo>
                  <a:cubicBezTo>
                    <a:pt x="21494" y="13605"/>
                    <a:pt x="21390" y="11832"/>
                    <a:pt x="21274" y="10062"/>
                  </a:cubicBezTo>
                  <a:cubicBezTo>
                    <a:pt x="21178" y="10002"/>
                    <a:pt x="21098" y="9922"/>
                    <a:pt x="21056" y="9822"/>
                  </a:cubicBezTo>
                  <a:cubicBezTo>
                    <a:pt x="20977" y="9633"/>
                    <a:pt x="21055" y="9436"/>
                    <a:pt x="21225" y="9302"/>
                  </a:cubicBezTo>
                  <a:cubicBezTo>
                    <a:pt x="21028" y="6292"/>
                    <a:pt x="20818" y="3289"/>
                    <a:pt x="20594" y="296"/>
                  </a:cubicBezTo>
                  <a:cubicBezTo>
                    <a:pt x="20556" y="253"/>
                    <a:pt x="20526" y="209"/>
                    <a:pt x="20507" y="157"/>
                  </a:cubicBezTo>
                  <a:cubicBezTo>
                    <a:pt x="20486" y="105"/>
                    <a:pt x="20486" y="53"/>
                    <a:pt x="20488" y="0"/>
                  </a:cubicBezTo>
                  <a:cubicBezTo>
                    <a:pt x="18354" y="2773"/>
                    <a:pt x="15645" y="5403"/>
                    <a:pt x="12276" y="787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6"/>
            <p:cNvSpPr/>
            <p:nvPr/>
          </p:nvSpPr>
          <p:spPr>
            <a:xfrm>
              <a:off x="2438978" y="1822336"/>
              <a:ext cx="97689" cy="65645"/>
            </a:xfrm>
            <a:custGeom>
              <a:avLst/>
              <a:gdLst/>
              <a:ahLst/>
              <a:cxnLst/>
              <a:rect l="l" t="t" r="r" b="b"/>
              <a:pathLst>
                <a:path w="21600" h="20900" extrusionOk="0">
                  <a:moveTo>
                    <a:pt x="20356" y="20731"/>
                  </a:moveTo>
                  <a:cubicBezTo>
                    <a:pt x="20772" y="15041"/>
                    <a:pt x="21187" y="9348"/>
                    <a:pt x="21600" y="3663"/>
                  </a:cubicBezTo>
                  <a:cubicBezTo>
                    <a:pt x="18769" y="2665"/>
                    <a:pt x="16135" y="1431"/>
                    <a:pt x="13670" y="0"/>
                  </a:cubicBezTo>
                  <a:lnTo>
                    <a:pt x="0" y="13950"/>
                  </a:lnTo>
                  <a:cubicBezTo>
                    <a:pt x="6447" y="19089"/>
                    <a:pt x="13204" y="21600"/>
                    <a:pt x="20356" y="20731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2375477" y="1517535"/>
              <a:ext cx="95277" cy="137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389" y="17703"/>
                  </a:moveTo>
                  <a:cubicBezTo>
                    <a:pt x="2767" y="19148"/>
                    <a:pt x="5188" y="20453"/>
                    <a:pt x="7647" y="21600"/>
                  </a:cubicBezTo>
                  <a:lnTo>
                    <a:pt x="21600" y="15243"/>
                  </a:lnTo>
                  <a:cubicBezTo>
                    <a:pt x="12643" y="11696"/>
                    <a:pt x="5413" y="6589"/>
                    <a:pt x="0" y="0"/>
                  </a:cubicBezTo>
                  <a:cubicBezTo>
                    <a:pt x="0" y="0"/>
                    <a:pt x="389" y="17703"/>
                    <a:pt x="389" y="1770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2489778" y="1250835"/>
              <a:ext cx="36348" cy="3635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0" y="5781"/>
                  </a:lnTo>
                  <a:cubicBezTo>
                    <a:pt x="4031" y="11057"/>
                    <a:pt x="8076" y="16332"/>
                    <a:pt x="12098" y="21600"/>
                  </a:cubicBezTo>
                  <a:cubicBezTo>
                    <a:pt x="15729" y="15071"/>
                    <a:pt x="18876" y="7819"/>
                    <a:pt x="21600" y="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2388178" y="2152536"/>
              <a:ext cx="36348" cy="363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317" y="21600"/>
                  </a:lnTo>
                  <a:lnTo>
                    <a:pt x="21600" y="21600"/>
                  </a:lnTo>
                  <a:cubicBezTo>
                    <a:pt x="14189" y="15042"/>
                    <a:pt x="6996" y="7102"/>
                    <a:pt x="0" y="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2375477" y="1123835"/>
              <a:ext cx="191949" cy="3352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4140" y="21600"/>
                  </a:moveTo>
                  <a:cubicBezTo>
                    <a:pt x="4172" y="21583"/>
                    <a:pt x="4200" y="21564"/>
                    <a:pt x="4240" y="21552"/>
                  </a:cubicBezTo>
                  <a:lnTo>
                    <a:pt x="12471" y="18983"/>
                  </a:lnTo>
                  <a:cubicBezTo>
                    <a:pt x="10683" y="17606"/>
                    <a:pt x="9467" y="16172"/>
                    <a:pt x="8732" y="14692"/>
                  </a:cubicBezTo>
                  <a:lnTo>
                    <a:pt x="4110" y="16171"/>
                  </a:lnTo>
                  <a:cubicBezTo>
                    <a:pt x="4032" y="16197"/>
                    <a:pt x="3949" y="16208"/>
                    <a:pt x="3866" y="16208"/>
                  </a:cubicBezTo>
                  <a:cubicBezTo>
                    <a:pt x="3690" y="16208"/>
                    <a:pt x="3519" y="16155"/>
                    <a:pt x="3428" y="16061"/>
                  </a:cubicBezTo>
                  <a:cubicBezTo>
                    <a:pt x="3293" y="15923"/>
                    <a:pt x="3378" y="15748"/>
                    <a:pt x="3621" y="15670"/>
                  </a:cubicBezTo>
                  <a:lnTo>
                    <a:pt x="8472" y="14119"/>
                  </a:lnTo>
                  <a:cubicBezTo>
                    <a:pt x="8009" y="12986"/>
                    <a:pt x="7816" y="11828"/>
                    <a:pt x="7850" y="10648"/>
                  </a:cubicBezTo>
                  <a:lnTo>
                    <a:pt x="4235" y="11883"/>
                  </a:lnTo>
                  <a:cubicBezTo>
                    <a:pt x="4154" y="11910"/>
                    <a:pt x="4064" y="11923"/>
                    <a:pt x="3979" y="11923"/>
                  </a:cubicBezTo>
                  <a:cubicBezTo>
                    <a:pt x="3807" y="11923"/>
                    <a:pt x="3641" y="11873"/>
                    <a:pt x="3547" y="11783"/>
                  </a:cubicBezTo>
                  <a:cubicBezTo>
                    <a:pt x="3404" y="11648"/>
                    <a:pt x="3483" y="11471"/>
                    <a:pt x="3720" y="11390"/>
                  </a:cubicBezTo>
                  <a:lnTo>
                    <a:pt x="7895" y="9965"/>
                  </a:lnTo>
                  <a:cubicBezTo>
                    <a:pt x="8053" y="8433"/>
                    <a:pt x="8585" y="6865"/>
                    <a:pt x="9397" y="5270"/>
                  </a:cubicBezTo>
                  <a:lnTo>
                    <a:pt x="3523" y="7433"/>
                  </a:lnTo>
                  <a:cubicBezTo>
                    <a:pt x="3439" y="7464"/>
                    <a:pt x="3344" y="7480"/>
                    <a:pt x="3251" y="7480"/>
                  </a:cubicBezTo>
                  <a:cubicBezTo>
                    <a:pt x="3087" y="7480"/>
                    <a:pt x="2925" y="7433"/>
                    <a:pt x="2830" y="7347"/>
                  </a:cubicBezTo>
                  <a:cubicBezTo>
                    <a:pt x="2680" y="7214"/>
                    <a:pt x="2747" y="7037"/>
                    <a:pt x="2980" y="6950"/>
                  </a:cubicBezTo>
                  <a:lnTo>
                    <a:pt x="9851" y="4421"/>
                  </a:lnTo>
                  <a:cubicBezTo>
                    <a:pt x="10094" y="3993"/>
                    <a:pt x="10356" y="3562"/>
                    <a:pt x="10634" y="3131"/>
                  </a:cubicBezTo>
                  <a:cubicBezTo>
                    <a:pt x="10799" y="3404"/>
                    <a:pt x="10961" y="3678"/>
                    <a:pt x="11126" y="3951"/>
                  </a:cubicBezTo>
                  <a:lnTo>
                    <a:pt x="14933" y="2549"/>
                  </a:lnTo>
                  <a:cubicBezTo>
                    <a:pt x="14910" y="1798"/>
                    <a:pt x="14872" y="1020"/>
                    <a:pt x="14822" y="222"/>
                  </a:cubicBezTo>
                  <a:cubicBezTo>
                    <a:pt x="15702" y="681"/>
                    <a:pt x="16538" y="1162"/>
                    <a:pt x="17321" y="1670"/>
                  </a:cubicBezTo>
                  <a:lnTo>
                    <a:pt x="21600" y="0"/>
                  </a:lnTo>
                  <a:lnTo>
                    <a:pt x="8545" y="0"/>
                  </a:lnTo>
                  <a:cubicBezTo>
                    <a:pt x="8558" y="95"/>
                    <a:pt x="8495" y="201"/>
                    <a:pt x="8350" y="262"/>
                  </a:cubicBezTo>
                  <a:lnTo>
                    <a:pt x="3772" y="2180"/>
                  </a:lnTo>
                  <a:cubicBezTo>
                    <a:pt x="3681" y="2218"/>
                    <a:pt x="3579" y="2236"/>
                    <a:pt x="3476" y="2236"/>
                  </a:cubicBezTo>
                  <a:cubicBezTo>
                    <a:pt x="3321" y="2236"/>
                    <a:pt x="3168" y="2194"/>
                    <a:pt x="3071" y="2118"/>
                  </a:cubicBezTo>
                  <a:cubicBezTo>
                    <a:pt x="2907" y="1991"/>
                    <a:pt x="2955" y="1811"/>
                    <a:pt x="3180" y="1717"/>
                  </a:cubicBezTo>
                  <a:lnTo>
                    <a:pt x="7277" y="0"/>
                  </a:lnTo>
                  <a:lnTo>
                    <a:pt x="0" y="0"/>
                  </a:lnTo>
                  <a:lnTo>
                    <a:pt x="527" y="19709"/>
                  </a:lnTo>
                  <a:cubicBezTo>
                    <a:pt x="1691" y="20397"/>
                    <a:pt x="2890" y="21035"/>
                    <a:pt x="4140" y="2160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2565977" y="2000135"/>
              <a:ext cx="150065" cy="1858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62" y="13416"/>
                  </a:moveTo>
                  <a:lnTo>
                    <a:pt x="17902" y="6861"/>
                  </a:lnTo>
                  <a:cubicBezTo>
                    <a:pt x="18202" y="6704"/>
                    <a:pt x="18595" y="6771"/>
                    <a:pt x="18790" y="7011"/>
                  </a:cubicBezTo>
                  <a:cubicBezTo>
                    <a:pt x="18984" y="7249"/>
                    <a:pt x="18902" y="7572"/>
                    <a:pt x="18604" y="7728"/>
                  </a:cubicBezTo>
                  <a:lnTo>
                    <a:pt x="810" y="17106"/>
                  </a:lnTo>
                  <a:cubicBezTo>
                    <a:pt x="539" y="17317"/>
                    <a:pt x="269" y="17529"/>
                    <a:pt x="0" y="17742"/>
                  </a:cubicBezTo>
                  <a:cubicBezTo>
                    <a:pt x="49" y="18999"/>
                    <a:pt x="97" y="20345"/>
                    <a:pt x="146" y="21600"/>
                  </a:cubicBezTo>
                  <a:lnTo>
                    <a:pt x="21600" y="21600"/>
                  </a:lnTo>
                  <a:cubicBezTo>
                    <a:pt x="21381" y="14389"/>
                    <a:pt x="21148" y="7180"/>
                    <a:pt x="20882" y="0"/>
                  </a:cubicBezTo>
                  <a:cubicBezTo>
                    <a:pt x="15858" y="4881"/>
                    <a:pt x="10685" y="9231"/>
                    <a:pt x="5462" y="13416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2527877" y="1123835"/>
              <a:ext cx="143283" cy="2417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4714" y="7378"/>
                  </a:moveTo>
                  <a:lnTo>
                    <a:pt x="15393" y="3602"/>
                  </a:lnTo>
                  <a:cubicBezTo>
                    <a:pt x="15713" y="3489"/>
                    <a:pt x="16122" y="3550"/>
                    <a:pt x="16312" y="3740"/>
                  </a:cubicBezTo>
                  <a:cubicBezTo>
                    <a:pt x="16503" y="3929"/>
                    <a:pt x="16398" y="4173"/>
                    <a:pt x="16080" y="4286"/>
                  </a:cubicBezTo>
                  <a:lnTo>
                    <a:pt x="5250" y="8115"/>
                  </a:lnTo>
                  <a:cubicBezTo>
                    <a:pt x="6243" y="9568"/>
                    <a:pt x="6979" y="11157"/>
                    <a:pt x="7415" y="12907"/>
                  </a:cubicBezTo>
                  <a:lnTo>
                    <a:pt x="16381" y="9938"/>
                  </a:lnTo>
                  <a:cubicBezTo>
                    <a:pt x="16708" y="9830"/>
                    <a:pt x="17114" y="9899"/>
                    <a:pt x="17294" y="10091"/>
                  </a:cubicBezTo>
                  <a:cubicBezTo>
                    <a:pt x="17476" y="10283"/>
                    <a:pt x="17359" y="10525"/>
                    <a:pt x="17038" y="10632"/>
                  </a:cubicBezTo>
                  <a:lnTo>
                    <a:pt x="7601" y="13757"/>
                  </a:lnTo>
                  <a:cubicBezTo>
                    <a:pt x="8037" y="16077"/>
                    <a:pt x="7957" y="18671"/>
                    <a:pt x="7248" y="21600"/>
                  </a:cubicBezTo>
                  <a:lnTo>
                    <a:pt x="16312" y="18670"/>
                  </a:lnTo>
                  <a:cubicBezTo>
                    <a:pt x="16530" y="18600"/>
                    <a:pt x="16781" y="18615"/>
                    <a:pt x="16978" y="18686"/>
                  </a:cubicBezTo>
                  <a:cubicBezTo>
                    <a:pt x="18594" y="17437"/>
                    <a:pt x="20124" y="16054"/>
                    <a:pt x="21600" y="14588"/>
                  </a:cubicBezTo>
                  <a:cubicBezTo>
                    <a:pt x="20782" y="9753"/>
                    <a:pt x="19875" y="4736"/>
                    <a:pt x="18839" y="0"/>
                  </a:cubicBezTo>
                  <a:lnTo>
                    <a:pt x="6517" y="0"/>
                  </a:lnTo>
                  <a:cubicBezTo>
                    <a:pt x="6569" y="155"/>
                    <a:pt x="6464" y="463"/>
                    <a:pt x="6224" y="555"/>
                  </a:cubicBezTo>
                  <a:lnTo>
                    <a:pt x="0" y="2927"/>
                  </a:lnTo>
                  <a:cubicBezTo>
                    <a:pt x="1849" y="4262"/>
                    <a:pt x="3448" y="5730"/>
                    <a:pt x="4714" y="7378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6"/>
            <p:cNvSpPr/>
            <p:nvPr/>
          </p:nvSpPr>
          <p:spPr>
            <a:xfrm>
              <a:off x="2388178" y="1911236"/>
              <a:ext cx="143320" cy="19255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175" y="13305"/>
                  </a:moveTo>
                  <a:cubicBezTo>
                    <a:pt x="18319" y="12869"/>
                    <a:pt x="15544" y="11917"/>
                    <a:pt x="12837" y="10511"/>
                  </a:cubicBezTo>
                  <a:lnTo>
                    <a:pt x="8140" y="12817"/>
                  </a:lnTo>
                  <a:cubicBezTo>
                    <a:pt x="8026" y="12873"/>
                    <a:pt x="7897" y="12900"/>
                    <a:pt x="7771" y="12900"/>
                  </a:cubicBezTo>
                  <a:cubicBezTo>
                    <a:pt x="7553" y="12900"/>
                    <a:pt x="7338" y="12820"/>
                    <a:pt x="7210" y="12676"/>
                  </a:cubicBezTo>
                  <a:cubicBezTo>
                    <a:pt x="7005" y="12445"/>
                    <a:pt x="7091" y="12135"/>
                    <a:pt x="7402" y="11982"/>
                  </a:cubicBezTo>
                  <a:lnTo>
                    <a:pt x="11681" y="9881"/>
                  </a:lnTo>
                  <a:cubicBezTo>
                    <a:pt x="7637" y="7569"/>
                    <a:pt x="3751" y="4228"/>
                    <a:pt x="0" y="0"/>
                  </a:cubicBezTo>
                  <a:lnTo>
                    <a:pt x="304" y="14796"/>
                  </a:lnTo>
                  <a:cubicBezTo>
                    <a:pt x="7122" y="18775"/>
                    <a:pt x="14168" y="21369"/>
                    <a:pt x="21600" y="21600"/>
                  </a:cubicBezTo>
                  <a:cubicBezTo>
                    <a:pt x="21456" y="18835"/>
                    <a:pt x="21317" y="16070"/>
                    <a:pt x="21175" y="13305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6"/>
            <p:cNvSpPr/>
            <p:nvPr/>
          </p:nvSpPr>
          <p:spPr>
            <a:xfrm>
              <a:off x="2477078" y="1174635"/>
              <a:ext cx="36358" cy="74538"/>
            </a:xfrm>
            <a:custGeom>
              <a:avLst/>
              <a:gdLst/>
              <a:ahLst/>
              <a:cxnLst/>
              <a:rect l="l" t="t" r="r" b="b"/>
              <a:pathLst>
                <a:path w="21456" h="21600" extrusionOk="0">
                  <a:moveTo>
                    <a:pt x="12921" y="21600"/>
                  </a:moveTo>
                  <a:lnTo>
                    <a:pt x="19801" y="19878"/>
                  </a:lnTo>
                  <a:cubicBezTo>
                    <a:pt x="21203" y="14390"/>
                    <a:pt x="21600" y="7578"/>
                    <a:pt x="21413" y="0"/>
                  </a:cubicBezTo>
                  <a:lnTo>
                    <a:pt x="0" y="5778"/>
                  </a:lnTo>
                  <a:cubicBezTo>
                    <a:pt x="4302" y="11052"/>
                    <a:pt x="8612" y="16326"/>
                    <a:pt x="12921" y="2160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6"/>
            <p:cNvSpPr/>
            <p:nvPr/>
          </p:nvSpPr>
          <p:spPr>
            <a:xfrm>
              <a:off x="2375478" y="1720735"/>
              <a:ext cx="104788" cy="13895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131" y="21600"/>
                  </a:moveTo>
                  <a:cubicBezTo>
                    <a:pt x="9178" y="21559"/>
                    <a:pt x="9220" y="21513"/>
                    <a:pt x="9283" y="21480"/>
                  </a:cubicBezTo>
                  <a:lnTo>
                    <a:pt x="21600" y="14896"/>
                  </a:lnTo>
                  <a:cubicBezTo>
                    <a:pt x="11820" y="11541"/>
                    <a:pt x="5102" y="6276"/>
                    <a:pt x="0" y="0"/>
                  </a:cubicBezTo>
                  <a:lnTo>
                    <a:pt x="335" y="16534"/>
                  </a:lnTo>
                  <a:cubicBezTo>
                    <a:pt x="3202" y="18514"/>
                    <a:pt x="6131" y="20214"/>
                    <a:pt x="9131" y="2160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6"/>
            <p:cNvSpPr/>
            <p:nvPr/>
          </p:nvSpPr>
          <p:spPr>
            <a:xfrm>
              <a:off x="2210377" y="1212735"/>
              <a:ext cx="582359" cy="972757"/>
            </a:xfrm>
            <a:custGeom>
              <a:avLst/>
              <a:gdLst/>
              <a:ahLst/>
              <a:cxnLst/>
              <a:rect l="l" t="t" r="r" b="b"/>
              <a:pathLst>
                <a:path w="21562" h="21560" extrusionOk="0">
                  <a:moveTo>
                    <a:pt x="13089" y="21542"/>
                  </a:moveTo>
                  <a:cubicBezTo>
                    <a:pt x="13025" y="21542"/>
                    <a:pt x="12963" y="21579"/>
                    <a:pt x="12937" y="21542"/>
                  </a:cubicBezTo>
                  <a:cubicBezTo>
                    <a:pt x="12857" y="21429"/>
                    <a:pt x="12795" y="21334"/>
                    <a:pt x="12734" y="21220"/>
                  </a:cubicBezTo>
                  <a:cubicBezTo>
                    <a:pt x="12440" y="20663"/>
                    <a:pt x="12187" y="20182"/>
                    <a:pt x="10002" y="20252"/>
                  </a:cubicBezTo>
                  <a:cubicBezTo>
                    <a:pt x="9989" y="20252"/>
                    <a:pt x="9976" y="20252"/>
                    <a:pt x="9963" y="20250"/>
                  </a:cubicBezTo>
                  <a:cubicBezTo>
                    <a:pt x="6621" y="19880"/>
                    <a:pt x="3453" y="17573"/>
                    <a:pt x="388" y="15342"/>
                  </a:cubicBezTo>
                  <a:lnTo>
                    <a:pt x="38" y="15087"/>
                  </a:lnTo>
                  <a:cubicBezTo>
                    <a:pt x="-20" y="15045"/>
                    <a:pt x="-10" y="14983"/>
                    <a:pt x="61" y="14948"/>
                  </a:cubicBezTo>
                  <a:cubicBezTo>
                    <a:pt x="131" y="14913"/>
                    <a:pt x="235" y="14919"/>
                    <a:pt x="293" y="14961"/>
                  </a:cubicBezTo>
                  <a:lnTo>
                    <a:pt x="643" y="15216"/>
                  </a:lnTo>
                  <a:cubicBezTo>
                    <a:pt x="3663" y="17416"/>
                    <a:pt x="6788" y="19690"/>
                    <a:pt x="10004" y="20054"/>
                  </a:cubicBezTo>
                  <a:cubicBezTo>
                    <a:pt x="12423" y="19981"/>
                    <a:pt x="12757" y="20607"/>
                    <a:pt x="13049" y="21160"/>
                  </a:cubicBezTo>
                  <a:cubicBezTo>
                    <a:pt x="13110" y="21274"/>
                    <a:pt x="13167" y="21438"/>
                    <a:pt x="13240" y="21542"/>
                  </a:cubicBezTo>
                  <a:cubicBezTo>
                    <a:pt x="13276" y="21592"/>
                    <a:pt x="13237" y="21520"/>
                    <a:pt x="13153" y="21542"/>
                  </a:cubicBezTo>
                  <a:cubicBezTo>
                    <a:pt x="13132" y="21547"/>
                    <a:pt x="13110" y="21542"/>
                    <a:pt x="13089" y="21542"/>
                  </a:cubicBezTo>
                  <a:moveTo>
                    <a:pt x="11761" y="19236"/>
                  </a:moveTo>
                  <a:cubicBezTo>
                    <a:pt x="11747" y="19236"/>
                    <a:pt x="11733" y="19235"/>
                    <a:pt x="11719" y="19232"/>
                  </a:cubicBezTo>
                  <a:cubicBezTo>
                    <a:pt x="11631" y="19219"/>
                    <a:pt x="11578" y="19165"/>
                    <a:pt x="11602" y="19112"/>
                  </a:cubicBezTo>
                  <a:cubicBezTo>
                    <a:pt x="11626" y="19056"/>
                    <a:pt x="11649" y="18999"/>
                    <a:pt x="11672" y="18943"/>
                  </a:cubicBezTo>
                  <a:cubicBezTo>
                    <a:pt x="11912" y="18347"/>
                    <a:pt x="12160" y="17731"/>
                    <a:pt x="14630" y="17297"/>
                  </a:cubicBezTo>
                  <a:cubicBezTo>
                    <a:pt x="14636" y="17296"/>
                    <a:pt x="14642" y="17295"/>
                    <a:pt x="14648" y="17294"/>
                  </a:cubicBezTo>
                  <a:cubicBezTo>
                    <a:pt x="16884" y="17060"/>
                    <a:pt x="18515" y="16069"/>
                    <a:pt x="20091" y="15111"/>
                  </a:cubicBezTo>
                  <a:cubicBezTo>
                    <a:pt x="20478" y="14876"/>
                    <a:pt x="20879" y="14632"/>
                    <a:pt x="21285" y="14402"/>
                  </a:cubicBezTo>
                  <a:cubicBezTo>
                    <a:pt x="21351" y="14365"/>
                    <a:pt x="21455" y="14366"/>
                    <a:pt x="21518" y="14406"/>
                  </a:cubicBezTo>
                  <a:cubicBezTo>
                    <a:pt x="21580" y="14446"/>
                    <a:pt x="21577" y="14508"/>
                    <a:pt x="21511" y="14546"/>
                  </a:cubicBezTo>
                  <a:cubicBezTo>
                    <a:pt x="21110" y="14773"/>
                    <a:pt x="20711" y="15016"/>
                    <a:pt x="20325" y="15250"/>
                  </a:cubicBezTo>
                  <a:cubicBezTo>
                    <a:pt x="18715" y="16229"/>
                    <a:pt x="17050" y="17241"/>
                    <a:pt x="14714" y="17488"/>
                  </a:cubicBezTo>
                  <a:cubicBezTo>
                    <a:pt x="12435" y="17889"/>
                    <a:pt x="12221" y="18424"/>
                    <a:pt x="11992" y="18989"/>
                  </a:cubicBezTo>
                  <a:cubicBezTo>
                    <a:pt x="11969" y="19047"/>
                    <a:pt x="11946" y="19105"/>
                    <a:pt x="11921" y="19162"/>
                  </a:cubicBezTo>
                  <a:cubicBezTo>
                    <a:pt x="11901" y="19206"/>
                    <a:pt x="11834" y="19236"/>
                    <a:pt x="11761" y="19236"/>
                  </a:cubicBezTo>
                  <a:moveTo>
                    <a:pt x="12496" y="15865"/>
                  </a:moveTo>
                  <a:cubicBezTo>
                    <a:pt x="12442" y="15865"/>
                    <a:pt x="12390" y="15850"/>
                    <a:pt x="12358" y="15821"/>
                  </a:cubicBezTo>
                  <a:cubicBezTo>
                    <a:pt x="11888" y="15400"/>
                    <a:pt x="11275" y="15024"/>
                    <a:pt x="10007" y="15126"/>
                  </a:cubicBezTo>
                  <a:cubicBezTo>
                    <a:pt x="9991" y="15127"/>
                    <a:pt x="9974" y="15127"/>
                    <a:pt x="9958" y="15127"/>
                  </a:cubicBezTo>
                  <a:cubicBezTo>
                    <a:pt x="7242" y="15127"/>
                    <a:pt x="5626" y="13849"/>
                    <a:pt x="4323" y="12649"/>
                  </a:cubicBezTo>
                  <a:cubicBezTo>
                    <a:pt x="4273" y="12604"/>
                    <a:pt x="4295" y="12542"/>
                    <a:pt x="4371" y="12513"/>
                  </a:cubicBezTo>
                  <a:cubicBezTo>
                    <a:pt x="4447" y="12483"/>
                    <a:pt x="4550" y="12496"/>
                    <a:pt x="4599" y="12542"/>
                  </a:cubicBezTo>
                  <a:cubicBezTo>
                    <a:pt x="6204" y="14019"/>
                    <a:pt x="7663" y="14936"/>
                    <a:pt x="9974" y="14930"/>
                  </a:cubicBezTo>
                  <a:cubicBezTo>
                    <a:pt x="11420" y="14815"/>
                    <a:pt x="12129" y="15261"/>
                    <a:pt x="12632" y="15712"/>
                  </a:cubicBezTo>
                  <a:cubicBezTo>
                    <a:pt x="12683" y="15757"/>
                    <a:pt x="12663" y="15818"/>
                    <a:pt x="12587" y="15848"/>
                  </a:cubicBezTo>
                  <a:cubicBezTo>
                    <a:pt x="12559" y="15860"/>
                    <a:pt x="12527" y="15865"/>
                    <a:pt x="12496" y="15865"/>
                  </a:cubicBezTo>
                  <a:moveTo>
                    <a:pt x="12229" y="14293"/>
                  </a:moveTo>
                  <a:cubicBezTo>
                    <a:pt x="12216" y="14293"/>
                    <a:pt x="12203" y="14292"/>
                    <a:pt x="12189" y="14290"/>
                  </a:cubicBezTo>
                  <a:cubicBezTo>
                    <a:pt x="12101" y="14278"/>
                    <a:pt x="12047" y="14224"/>
                    <a:pt x="12068" y="14171"/>
                  </a:cubicBezTo>
                  <a:cubicBezTo>
                    <a:pt x="12371" y="13422"/>
                    <a:pt x="13235" y="12971"/>
                    <a:pt x="14710" y="12792"/>
                  </a:cubicBezTo>
                  <a:cubicBezTo>
                    <a:pt x="17930" y="12328"/>
                    <a:pt x="18664" y="11829"/>
                    <a:pt x="19440" y="11300"/>
                  </a:cubicBezTo>
                  <a:cubicBezTo>
                    <a:pt x="19518" y="11248"/>
                    <a:pt x="19595" y="11196"/>
                    <a:pt x="19674" y="11144"/>
                  </a:cubicBezTo>
                  <a:cubicBezTo>
                    <a:pt x="19735" y="11103"/>
                    <a:pt x="19840" y="11100"/>
                    <a:pt x="19906" y="11137"/>
                  </a:cubicBezTo>
                  <a:cubicBezTo>
                    <a:pt x="19974" y="11174"/>
                    <a:pt x="19979" y="11236"/>
                    <a:pt x="19918" y="11276"/>
                  </a:cubicBezTo>
                  <a:cubicBezTo>
                    <a:pt x="19840" y="11328"/>
                    <a:pt x="19764" y="11379"/>
                    <a:pt x="19688" y="11431"/>
                  </a:cubicBezTo>
                  <a:cubicBezTo>
                    <a:pt x="18912" y="11959"/>
                    <a:pt x="18108" y="12505"/>
                    <a:pt x="14782" y="12985"/>
                  </a:cubicBezTo>
                  <a:cubicBezTo>
                    <a:pt x="13439" y="13148"/>
                    <a:pt x="12659" y="13551"/>
                    <a:pt x="12389" y="14217"/>
                  </a:cubicBezTo>
                  <a:cubicBezTo>
                    <a:pt x="12371" y="14263"/>
                    <a:pt x="12303" y="14293"/>
                    <a:pt x="12229" y="14293"/>
                  </a:cubicBezTo>
                  <a:moveTo>
                    <a:pt x="12139" y="11882"/>
                  </a:moveTo>
                  <a:cubicBezTo>
                    <a:pt x="12073" y="11882"/>
                    <a:pt x="12010" y="11857"/>
                    <a:pt x="11985" y="11818"/>
                  </a:cubicBezTo>
                  <a:cubicBezTo>
                    <a:pt x="11431" y="10937"/>
                    <a:pt x="10011" y="10844"/>
                    <a:pt x="8975" y="10777"/>
                  </a:cubicBezTo>
                  <a:cubicBezTo>
                    <a:pt x="8855" y="10769"/>
                    <a:pt x="8743" y="10762"/>
                    <a:pt x="8639" y="10753"/>
                  </a:cubicBezTo>
                  <a:cubicBezTo>
                    <a:pt x="7147" y="10593"/>
                    <a:pt x="6177" y="9953"/>
                    <a:pt x="4868" y="8994"/>
                  </a:cubicBezTo>
                  <a:cubicBezTo>
                    <a:pt x="4810" y="8952"/>
                    <a:pt x="4820" y="8890"/>
                    <a:pt x="4891" y="8855"/>
                  </a:cubicBezTo>
                  <a:cubicBezTo>
                    <a:pt x="4961" y="8821"/>
                    <a:pt x="5065" y="8827"/>
                    <a:pt x="5123" y="8869"/>
                  </a:cubicBezTo>
                  <a:cubicBezTo>
                    <a:pt x="6386" y="9794"/>
                    <a:pt x="7317" y="10411"/>
                    <a:pt x="8690" y="10559"/>
                  </a:cubicBezTo>
                  <a:cubicBezTo>
                    <a:pt x="8783" y="10566"/>
                    <a:pt x="8894" y="10573"/>
                    <a:pt x="9010" y="10581"/>
                  </a:cubicBezTo>
                  <a:cubicBezTo>
                    <a:pt x="10069" y="10650"/>
                    <a:pt x="11669" y="10753"/>
                    <a:pt x="12294" y="11748"/>
                  </a:cubicBezTo>
                  <a:cubicBezTo>
                    <a:pt x="12326" y="11799"/>
                    <a:pt x="12283" y="11856"/>
                    <a:pt x="12198" y="11875"/>
                  </a:cubicBezTo>
                  <a:cubicBezTo>
                    <a:pt x="12178" y="11880"/>
                    <a:pt x="12159" y="11882"/>
                    <a:pt x="12139" y="11882"/>
                  </a:cubicBezTo>
                  <a:moveTo>
                    <a:pt x="11828" y="9817"/>
                  </a:moveTo>
                  <a:cubicBezTo>
                    <a:pt x="11812" y="9817"/>
                    <a:pt x="11796" y="9815"/>
                    <a:pt x="11779" y="9812"/>
                  </a:cubicBezTo>
                  <a:cubicBezTo>
                    <a:pt x="11692" y="9796"/>
                    <a:pt x="11644" y="9741"/>
                    <a:pt x="11670" y="9689"/>
                  </a:cubicBezTo>
                  <a:cubicBezTo>
                    <a:pt x="12080" y="8885"/>
                    <a:pt x="13021" y="8694"/>
                    <a:pt x="13931" y="8508"/>
                  </a:cubicBezTo>
                  <a:cubicBezTo>
                    <a:pt x="14353" y="8422"/>
                    <a:pt x="14751" y="8341"/>
                    <a:pt x="15096" y="8200"/>
                  </a:cubicBezTo>
                  <a:cubicBezTo>
                    <a:pt x="15111" y="8194"/>
                    <a:pt x="15127" y="8190"/>
                    <a:pt x="15144" y="8187"/>
                  </a:cubicBezTo>
                  <a:cubicBezTo>
                    <a:pt x="17094" y="7861"/>
                    <a:pt x="17702" y="7358"/>
                    <a:pt x="18626" y="6289"/>
                  </a:cubicBezTo>
                  <a:cubicBezTo>
                    <a:pt x="18667" y="6240"/>
                    <a:pt x="18766" y="6221"/>
                    <a:pt x="18847" y="6246"/>
                  </a:cubicBezTo>
                  <a:cubicBezTo>
                    <a:pt x="18929" y="6271"/>
                    <a:pt x="18960" y="6331"/>
                    <a:pt x="18918" y="6379"/>
                  </a:cubicBezTo>
                  <a:cubicBezTo>
                    <a:pt x="17975" y="7472"/>
                    <a:pt x="17305" y="8027"/>
                    <a:pt x="15259" y="8373"/>
                  </a:cubicBezTo>
                  <a:cubicBezTo>
                    <a:pt x="14882" y="8523"/>
                    <a:pt x="14453" y="8610"/>
                    <a:pt x="14037" y="8695"/>
                  </a:cubicBezTo>
                  <a:cubicBezTo>
                    <a:pt x="13168" y="8872"/>
                    <a:pt x="12347" y="9040"/>
                    <a:pt x="11986" y="9747"/>
                  </a:cubicBezTo>
                  <a:cubicBezTo>
                    <a:pt x="11964" y="9789"/>
                    <a:pt x="11898" y="9817"/>
                    <a:pt x="11828" y="9817"/>
                  </a:cubicBezTo>
                  <a:moveTo>
                    <a:pt x="11716" y="7312"/>
                  </a:moveTo>
                  <a:cubicBezTo>
                    <a:pt x="11668" y="7312"/>
                    <a:pt x="11620" y="7299"/>
                    <a:pt x="11587" y="7274"/>
                  </a:cubicBezTo>
                  <a:cubicBezTo>
                    <a:pt x="11258" y="7024"/>
                    <a:pt x="10690" y="6894"/>
                    <a:pt x="9973" y="6730"/>
                  </a:cubicBezTo>
                  <a:cubicBezTo>
                    <a:pt x="8746" y="6450"/>
                    <a:pt x="7067" y="6067"/>
                    <a:pt x="5292" y="4799"/>
                  </a:cubicBezTo>
                  <a:cubicBezTo>
                    <a:pt x="5233" y="4757"/>
                    <a:pt x="5242" y="4695"/>
                    <a:pt x="5312" y="4659"/>
                  </a:cubicBezTo>
                  <a:cubicBezTo>
                    <a:pt x="5382" y="4624"/>
                    <a:pt x="5486" y="4630"/>
                    <a:pt x="5545" y="4672"/>
                  </a:cubicBezTo>
                  <a:cubicBezTo>
                    <a:pt x="7264" y="5900"/>
                    <a:pt x="8898" y="6273"/>
                    <a:pt x="10090" y="6546"/>
                  </a:cubicBezTo>
                  <a:cubicBezTo>
                    <a:pt x="10856" y="6721"/>
                    <a:pt x="11460" y="6859"/>
                    <a:pt x="11846" y="7152"/>
                  </a:cubicBezTo>
                  <a:cubicBezTo>
                    <a:pt x="11903" y="7195"/>
                    <a:pt x="11890" y="7257"/>
                    <a:pt x="11818" y="7291"/>
                  </a:cubicBezTo>
                  <a:cubicBezTo>
                    <a:pt x="11788" y="7305"/>
                    <a:pt x="11752" y="7312"/>
                    <a:pt x="11716" y="7312"/>
                  </a:cubicBezTo>
                  <a:moveTo>
                    <a:pt x="12406" y="4994"/>
                  </a:moveTo>
                  <a:cubicBezTo>
                    <a:pt x="12371" y="4994"/>
                    <a:pt x="12337" y="4987"/>
                    <a:pt x="12307" y="4974"/>
                  </a:cubicBezTo>
                  <a:cubicBezTo>
                    <a:pt x="12234" y="4941"/>
                    <a:pt x="12220" y="4879"/>
                    <a:pt x="12276" y="4835"/>
                  </a:cubicBezTo>
                  <a:cubicBezTo>
                    <a:pt x="12794" y="4427"/>
                    <a:pt x="13367" y="4226"/>
                    <a:pt x="13975" y="4012"/>
                  </a:cubicBezTo>
                  <a:cubicBezTo>
                    <a:pt x="14923" y="3679"/>
                    <a:pt x="15905" y="3334"/>
                    <a:pt x="16773" y="2112"/>
                  </a:cubicBezTo>
                  <a:cubicBezTo>
                    <a:pt x="16809" y="2062"/>
                    <a:pt x="16905" y="2038"/>
                    <a:pt x="16989" y="2060"/>
                  </a:cubicBezTo>
                  <a:cubicBezTo>
                    <a:pt x="17073" y="2081"/>
                    <a:pt x="17112" y="2139"/>
                    <a:pt x="17076" y="2189"/>
                  </a:cubicBezTo>
                  <a:cubicBezTo>
                    <a:pt x="16166" y="3471"/>
                    <a:pt x="15091" y="3849"/>
                    <a:pt x="14142" y="4183"/>
                  </a:cubicBezTo>
                  <a:cubicBezTo>
                    <a:pt x="13563" y="4386"/>
                    <a:pt x="13017" y="4578"/>
                    <a:pt x="12538" y="4955"/>
                  </a:cubicBezTo>
                  <a:cubicBezTo>
                    <a:pt x="12505" y="4980"/>
                    <a:pt x="12456" y="4994"/>
                    <a:pt x="12406" y="4994"/>
                  </a:cubicBezTo>
                  <a:moveTo>
                    <a:pt x="12229" y="3315"/>
                  </a:moveTo>
                  <a:cubicBezTo>
                    <a:pt x="12163" y="3315"/>
                    <a:pt x="12101" y="3291"/>
                    <a:pt x="12075" y="3252"/>
                  </a:cubicBezTo>
                  <a:cubicBezTo>
                    <a:pt x="11672" y="2637"/>
                    <a:pt x="11168" y="2215"/>
                    <a:pt x="10681" y="1808"/>
                  </a:cubicBezTo>
                  <a:cubicBezTo>
                    <a:pt x="10088" y="1311"/>
                    <a:pt x="9528" y="841"/>
                    <a:pt x="9307" y="117"/>
                  </a:cubicBezTo>
                  <a:cubicBezTo>
                    <a:pt x="9290" y="63"/>
                    <a:pt x="9350" y="11"/>
                    <a:pt x="9439" y="2"/>
                  </a:cubicBezTo>
                  <a:cubicBezTo>
                    <a:pt x="9529" y="-8"/>
                    <a:pt x="9615" y="28"/>
                    <a:pt x="9631" y="81"/>
                  </a:cubicBezTo>
                  <a:cubicBezTo>
                    <a:pt x="9839" y="763"/>
                    <a:pt x="10353" y="1194"/>
                    <a:pt x="10949" y="1692"/>
                  </a:cubicBezTo>
                  <a:cubicBezTo>
                    <a:pt x="11425" y="2091"/>
                    <a:pt x="11964" y="2542"/>
                    <a:pt x="12382" y="3180"/>
                  </a:cubicBezTo>
                  <a:cubicBezTo>
                    <a:pt x="12415" y="3231"/>
                    <a:pt x="12373" y="3288"/>
                    <a:pt x="12289" y="3308"/>
                  </a:cubicBezTo>
                  <a:cubicBezTo>
                    <a:pt x="12269" y="3313"/>
                    <a:pt x="12248" y="3315"/>
                    <a:pt x="12229" y="3315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6"/>
            <p:cNvSpPr/>
            <p:nvPr/>
          </p:nvSpPr>
          <p:spPr>
            <a:xfrm>
              <a:off x="2223077" y="1530235"/>
              <a:ext cx="147931" cy="28388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026" y="16308"/>
                  </a:moveTo>
                  <a:cubicBezTo>
                    <a:pt x="9928" y="14934"/>
                    <a:pt x="8844" y="13513"/>
                    <a:pt x="7768" y="12041"/>
                  </a:cubicBezTo>
                  <a:cubicBezTo>
                    <a:pt x="12207" y="15756"/>
                    <a:pt x="16786" y="19044"/>
                    <a:pt x="21600" y="21600"/>
                  </a:cubicBezTo>
                  <a:lnTo>
                    <a:pt x="21251" y="12457"/>
                  </a:lnTo>
                  <a:cubicBezTo>
                    <a:pt x="18488" y="9591"/>
                    <a:pt x="16417" y="6426"/>
                    <a:pt x="14353" y="3257"/>
                  </a:cubicBezTo>
                  <a:cubicBezTo>
                    <a:pt x="14271" y="3277"/>
                    <a:pt x="14186" y="3289"/>
                    <a:pt x="14095" y="3289"/>
                  </a:cubicBezTo>
                  <a:cubicBezTo>
                    <a:pt x="14006" y="3289"/>
                    <a:pt x="13915" y="3280"/>
                    <a:pt x="13828" y="3259"/>
                  </a:cubicBezTo>
                  <a:lnTo>
                    <a:pt x="0" y="0"/>
                  </a:lnTo>
                  <a:lnTo>
                    <a:pt x="0" y="5905"/>
                  </a:lnTo>
                  <a:cubicBezTo>
                    <a:pt x="87" y="5907"/>
                    <a:pt x="176" y="5918"/>
                    <a:pt x="261" y="5939"/>
                  </a:cubicBezTo>
                  <a:lnTo>
                    <a:pt x="17441" y="10454"/>
                  </a:lnTo>
                  <a:cubicBezTo>
                    <a:pt x="17761" y="10538"/>
                    <a:pt x="17891" y="10742"/>
                    <a:pt x="17730" y="10909"/>
                  </a:cubicBezTo>
                  <a:cubicBezTo>
                    <a:pt x="17615" y="11027"/>
                    <a:pt x="17387" y="11095"/>
                    <a:pt x="17148" y="11095"/>
                  </a:cubicBezTo>
                  <a:cubicBezTo>
                    <a:pt x="17049" y="11095"/>
                    <a:pt x="16949" y="11083"/>
                    <a:pt x="16856" y="11059"/>
                  </a:cubicBezTo>
                  <a:lnTo>
                    <a:pt x="0" y="6630"/>
                  </a:lnTo>
                  <a:lnTo>
                    <a:pt x="0" y="13346"/>
                  </a:lnTo>
                  <a:cubicBezTo>
                    <a:pt x="115" y="13342"/>
                    <a:pt x="232" y="13349"/>
                    <a:pt x="343" y="13379"/>
                  </a:cubicBezTo>
                  <a:cubicBezTo>
                    <a:pt x="343" y="13379"/>
                    <a:pt x="11026" y="16308"/>
                    <a:pt x="11026" y="16308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6"/>
            <p:cNvSpPr/>
            <p:nvPr/>
          </p:nvSpPr>
          <p:spPr>
            <a:xfrm>
              <a:off x="2223077" y="1123836"/>
              <a:ext cx="140032" cy="2878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364" y="21441"/>
                  </a:moveTo>
                  <a:cubicBezTo>
                    <a:pt x="18042" y="20726"/>
                    <a:pt x="17754" y="19993"/>
                    <a:pt x="17511" y="19237"/>
                  </a:cubicBezTo>
                  <a:cubicBezTo>
                    <a:pt x="18859" y="20044"/>
                    <a:pt x="20217" y="20838"/>
                    <a:pt x="21600" y="21600"/>
                  </a:cubicBezTo>
                  <a:lnTo>
                    <a:pt x="20711" y="0"/>
                  </a:lnTo>
                  <a:lnTo>
                    <a:pt x="1240" y="0"/>
                  </a:lnTo>
                  <a:lnTo>
                    <a:pt x="18373" y="4535"/>
                  </a:lnTo>
                  <a:cubicBezTo>
                    <a:pt x="18705" y="4624"/>
                    <a:pt x="18826" y="4827"/>
                    <a:pt x="18644" y="4989"/>
                  </a:cubicBezTo>
                  <a:cubicBezTo>
                    <a:pt x="18518" y="5099"/>
                    <a:pt x="18283" y="5162"/>
                    <a:pt x="18040" y="5162"/>
                  </a:cubicBezTo>
                  <a:cubicBezTo>
                    <a:pt x="17929" y="5162"/>
                    <a:pt x="17815" y="5148"/>
                    <a:pt x="17709" y="5120"/>
                  </a:cubicBezTo>
                  <a:lnTo>
                    <a:pt x="0" y="369"/>
                  </a:lnTo>
                  <a:lnTo>
                    <a:pt x="0" y="6437"/>
                  </a:lnTo>
                  <a:cubicBezTo>
                    <a:pt x="149" y="6424"/>
                    <a:pt x="306" y="6430"/>
                    <a:pt x="449" y="6467"/>
                  </a:cubicBezTo>
                  <a:lnTo>
                    <a:pt x="18673" y="11358"/>
                  </a:lnTo>
                  <a:cubicBezTo>
                    <a:pt x="19006" y="11446"/>
                    <a:pt x="19126" y="11650"/>
                    <a:pt x="18944" y="11811"/>
                  </a:cubicBezTo>
                  <a:cubicBezTo>
                    <a:pt x="18818" y="11923"/>
                    <a:pt x="18581" y="11985"/>
                    <a:pt x="18340" y="11985"/>
                  </a:cubicBezTo>
                  <a:cubicBezTo>
                    <a:pt x="18229" y="11985"/>
                    <a:pt x="18115" y="11971"/>
                    <a:pt x="18009" y="11943"/>
                  </a:cubicBezTo>
                  <a:lnTo>
                    <a:pt x="0" y="7111"/>
                  </a:lnTo>
                  <a:lnTo>
                    <a:pt x="0" y="12602"/>
                  </a:lnTo>
                  <a:cubicBezTo>
                    <a:pt x="61" y="12608"/>
                    <a:pt x="123" y="12611"/>
                    <a:pt x="182" y="12624"/>
                  </a:cubicBezTo>
                  <a:lnTo>
                    <a:pt x="18857" y="16856"/>
                  </a:lnTo>
                  <a:cubicBezTo>
                    <a:pt x="19200" y="16934"/>
                    <a:pt x="19349" y="17133"/>
                    <a:pt x="19188" y="17301"/>
                  </a:cubicBezTo>
                  <a:cubicBezTo>
                    <a:pt x="19073" y="17423"/>
                    <a:pt x="18824" y="17494"/>
                    <a:pt x="18565" y="17494"/>
                  </a:cubicBezTo>
                  <a:cubicBezTo>
                    <a:pt x="18468" y="17494"/>
                    <a:pt x="18370" y="17484"/>
                    <a:pt x="18276" y="17463"/>
                  </a:cubicBezTo>
                  <a:lnTo>
                    <a:pt x="0" y="13321"/>
                  </a:lnTo>
                  <a:lnTo>
                    <a:pt x="0" y="17814"/>
                  </a:lnTo>
                  <a:cubicBezTo>
                    <a:pt x="100" y="17811"/>
                    <a:pt x="204" y="17815"/>
                    <a:pt x="304" y="17835"/>
                  </a:cubicBezTo>
                  <a:cubicBezTo>
                    <a:pt x="304" y="17835"/>
                    <a:pt x="18364" y="21441"/>
                    <a:pt x="18364" y="21441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6"/>
            <p:cNvSpPr/>
            <p:nvPr/>
          </p:nvSpPr>
          <p:spPr>
            <a:xfrm>
              <a:off x="2223078" y="1365136"/>
              <a:ext cx="144007" cy="2421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255" y="16863"/>
                  </a:moveTo>
                  <a:cubicBezTo>
                    <a:pt x="14192" y="16755"/>
                    <a:pt x="14131" y="16645"/>
                    <a:pt x="14068" y="16536"/>
                  </a:cubicBezTo>
                  <a:cubicBezTo>
                    <a:pt x="14255" y="16681"/>
                    <a:pt x="14445" y="16823"/>
                    <a:pt x="14634" y="16966"/>
                  </a:cubicBezTo>
                  <a:lnTo>
                    <a:pt x="14756" y="16997"/>
                  </a:lnTo>
                  <a:cubicBezTo>
                    <a:pt x="14992" y="17062"/>
                    <a:pt x="15129" y="17199"/>
                    <a:pt x="15140" y="17343"/>
                  </a:cubicBezTo>
                  <a:cubicBezTo>
                    <a:pt x="17230" y="18890"/>
                    <a:pt x="19386" y="20320"/>
                    <a:pt x="21600" y="21600"/>
                  </a:cubicBezTo>
                  <a:lnTo>
                    <a:pt x="21209" y="9878"/>
                  </a:lnTo>
                  <a:cubicBezTo>
                    <a:pt x="20009" y="8198"/>
                    <a:pt x="19011" y="6379"/>
                    <a:pt x="18217" y="4429"/>
                  </a:cubicBezTo>
                  <a:cubicBezTo>
                    <a:pt x="18175" y="4425"/>
                    <a:pt x="18133" y="4425"/>
                    <a:pt x="18089" y="4414"/>
                  </a:cubicBezTo>
                  <a:lnTo>
                    <a:pt x="0" y="0"/>
                  </a:lnTo>
                  <a:lnTo>
                    <a:pt x="0" y="6107"/>
                  </a:lnTo>
                  <a:lnTo>
                    <a:pt x="16693" y="10008"/>
                  </a:lnTo>
                  <a:cubicBezTo>
                    <a:pt x="17036" y="10089"/>
                    <a:pt x="17205" y="10319"/>
                    <a:pt x="17070" y="10524"/>
                  </a:cubicBezTo>
                  <a:cubicBezTo>
                    <a:pt x="16967" y="10680"/>
                    <a:pt x="16716" y="10776"/>
                    <a:pt x="16449" y="10776"/>
                  </a:cubicBezTo>
                  <a:cubicBezTo>
                    <a:pt x="16367" y="10776"/>
                    <a:pt x="16285" y="10767"/>
                    <a:pt x="16203" y="10748"/>
                  </a:cubicBezTo>
                  <a:lnTo>
                    <a:pt x="0" y="6961"/>
                  </a:lnTo>
                  <a:lnTo>
                    <a:pt x="0" y="13062"/>
                  </a:lnTo>
                  <a:cubicBezTo>
                    <a:pt x="80" y="13064"/>
                    <a:pt x="164" y="13073"/>
                    <a:pt x="244" y="13095"/>
                  </a:cubicBezTo>
                  <a:cubicBezTo>
                    <a:pt x="244" y="13095"/>
                    <a:pt x="14255" y="16863"/>
                    <a:pt x="14255" y="1686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6"/>
            <p:cNvSpPr/>
            <p:nvPr/>
          </p:nvSpPr>
          <p:spPr>
            <a:xfrm>
              <a:off x="2223077" y="1974736"/>
              <a:ext cx="155297" cy="2037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7783" y="2988"/>
                  </a:moveTo>
                  <a:lnTo>
                    <a:pt x="0" y="0"/>
                  </a:lnTo>
                  <a:lnTo>
                    <a:pt x="0" y="9813"/>
                  </a:lnTo>
                  <a:cubicBezTo>
                    <a:pt x="46" y="9822"/>
                    <a:pt x="95" y="9827"/>
                    <a:pt x="138" y="9845"/>
                  </a:cubicBezTo>
                  <a:lnTo>
                    <a:pt x="16571" y="16856"/>
                  </a:lnTo>
                  <a:cubicBezTo>
                    <a:pt x="16869" y="16984"/>
                    <a:pt x="16977" y="17272"/>
                    <a:pt x="16809" y="17500"/>
                  </a:cubicBezTo>
                  <a:cubicBezTo>
                    <a:pt x="16695" y="17653"/>
                    <a:pt x="16486" y="17741"/>
                    <a:pt x="16267" y="17741"/>
                  </a:cubicBezTo>
                  <a:cubicBezTo>
                    <a:pt x="16165" y="17741"/>
                    <a:pt x="16060" y="17722"/>
                    <a:pt x="15967" y="17680"/>
                  </a:cubicBezTo>
                  <a:lnTo>
                    <a:pt x="0" y="10870"/>
                  </a:lnTo>
                  <a:lnTo>
                    <a:pt x="0" y="20392"/>
                  </a:lnTo>
                  <a:lnTo>
                    <a:pt x="3826" y="21600"/>
                  </a:lnTo>
                  <a:lnTo>
                    <a:pt x="21600" y="21600"/>
                  </a:lnTo>
                  <a:lnTo>
                    <a:pt x="21485" y="16833"/>
                  </a:lnTo>
                  <a:cubicBezTo>
                    <a:pt x="16520" y="12623"/>
                    <a:pt x="12054" y="7905"/>
                    <a:pt x="7783" y="2988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16"/>
            <p:cNvSpPr/>
            <p:nvPr/>
          </p:nvSpPr>
          <p:spPr>
            <a:xfrm>
              <a:off x="2223077" y="1923936"/>
              <a:ext cx="46191" cy="725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4307" y="14476"/>
                    <a:pt x="7157" y="7242"/>
                    <a:pt x="0" y="0"/>
                  </a:cubicBezTo>
                  <a:lnTo>
                    <a:pt x="0" y="14766"/>
                  </a:lnTo>
                  <a:cubicBezTo>
                    <a:pt x="202" y="14789"/>
                    <a:pt x="416" y="14812"/>
                    <a:pt x="612" y="14872"/>
                  </a:cubicBezTo>
                  <a:cubicBezTo>
                    <a:pt x="612" y="14872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16"/>
            <p:cNvSpPr/>
            <p:nvPr/>
          </p:nvSpPr>
          <p:spPr>
            <a:xfrm>
              <a:off x="2223077" y="1708036"/>
              <a:ext cx="152389" cy="32391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716" y="10703"/>
                  </a:moveTo>
                  <a:cubicBezTo>
                    <a:pt x="14615" y="10703"/>
                    <a:pt x="14513" y="10691"/>
                    <a:pt x="14417" y="10667"/>
                  </a:cubicBezTo>
                  <a:lnTo>
                    <a:pt x="0" y="7024"/>
                  </a:lnTo>
                  <a:lnTo>
                    <a:pt x="0" y="10638"/>
                  </a:lnTo>
                  <a:cubicBezTo>
                    <a:pt x="1707" y="11619"/>
                    <a:pt x="3415" y="12594"/>
                    <a:pt x="5130" y="13549"/>
                  </a:cubicBezTo>
                  <a:lnTo>
                    <a:pt x="16545" y="16599"/>
                  </a:lnTo>
                  <a:cubicBezTo>
                    <a:pt x="16848" y="16680"/>
                    <a:pt x="16954" y="16862"/>
                    <a:pt x="16783" y="17004"/>
                  </a:cubicBezTo>
                  <a:cubicBezTo>
                    <a:pt x="16668" y="17100"/>
                    <a:pt x="16452" y="17155"/>
                    <a:pt x="16234" y="17155"/>
                  </a:cubicBezTo>
                  <a:cubicBezTo>
                    <a:pt x="16127" y="17155"/>
                    <a:pt x="16019" y="17142"/>
                    <a:pt x="15920" y="17116"/>
                  </a:cubicBezTo>
                  <a:lnTo>
                    <a:pt x="7539" y="14876"/>
                  </a:lnTo>
                  <a:cubicBezTo>
                    <a:pt x="12158" y="17385"/>
                    <a:pt x="16822" y="19706"/>
                    <a:pt x="21600" y="21600"/>
                  </a:cubicBezTo>
                  <a:lnTo>
                    <a:pt x="21195" y="12007"/>
                  </a:lnTo>
                  <a:cubicBezTo>
                    <a:pt x="17849" y="9393"/>
                    <a:pt x="14614" y="6312"/>
                    <a:pt x="11474" y="2841"/>
                  </a:cubicBezTo>
                  <a:lnTo>
                    <a:pt x="0" y="0"/>
                  </a:lnTo>
                  <a:lnTo>
                    <a:pt x="0" y="6364"/>
                  </a:lnTo>
                  <a:cubicBezTo>
                    <a:pt x="43" y="6370"/>
                    <a:pt x="88" y="6372"/>
                    <a:pt x="130" y="6383"/>
                  </a:cubicBezTo>
                  <a:lnTo>
                    <a:pt x="15015" y="10144"/>
                  </a:lnTo>
                  <a:cubicBezTo>
                    <a:pt x="15323" y="10221"/>
                    <a:pt x="15438" y="10402"/>
                    <a:pt x="15272" y="10546"/>
                  </a:cubicBezTo>
                  <a:cubicBezTo>
                    <a:pt x="15161" y="10646"/>
                    <a:pt x="14941" y="10703"/>
                    <a:pt x="14716" y="10703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16"/>
            <p:cNvSpPr/>
            <p:nvPr/>
          </p:nvSpPr>
          <p:spPr>
            <a:xfrm>
              <a:off x="2705678" y="1504835"/>
              <a:ext cx="94120" cy="9885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6354" y="3072"/>
                  </a:moveTo>
                  <a:cubicBezTo>
                    <a:pt x="5092" y="8974"/>
                    <a:pt x="2996" y="14627"/>
                    <a:pt x="0" y="20002"/>
                  </a:cubicBezTo>
                  <a:cubicBezTo>
                    <a:pt x="32" y="20535"/>
                    <a:pt x="70" y="21067"/>
                    <a:pt x="102" y="21600"/>
                  </a:cubicBezTo>
                  <a:lnTo>
                    <a:pt x="21207" y="15592"/>
                  </a:lnTo>
                  <a:cubicBezTo>
                    <a:pt x="21340" y="15554"/>
                    <a:pt x="21475" y="15545"/>
                    <a:pt x="21600" y="15556"/>
                  </a:cubicBezTo>
                  <a:lnTo>
                    <a:pt x="21550" y="0"/>
                  </a:lnTo>
                  <a:lnTo>
                    <a:pt x="6386" y="3069"/>
                  </a:lnTo>
                  <a:cubicBezTo>
                    <a:pt x="6377" y="3072"/>
                    <a:pt x="6366" y="3072"/>
                    <a:pt x="6354" y="3072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16"/>
            <p:cNvSpPr/>
            <p:nvPr/>
          </p:nvSpPr>
          <p:spPr>
            <a:xfrm>
              <a:off x="2692977" y="1123835"/>
              <a:ext cx="110377" cy="38280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904" y="18857"/>
                  </a:moveTo>
                  <a:cubicBezTo>
                    <a:pt x="9812" y="19755"/>
                    <a:pt x="9506" y="20635"/>
                    <a:pt x="8992" y="21495"/>
                  </a:cubicBezTo>
                  <a:lnTo>
                    <a:pt x="21379" y="20736"/>
                  </a:lnTo>
                  <a:cubicBezTo>
                    <a:pt x="21453" y="20731"/>
                    <a:pt x="21526" y="20734"/>
                    <a:pt x="21600" y="20735"/>
                  </a:cubicBezTo>
                  <a:lnTo>
                    <a:pt x="21555" y="16433"/>
                  </a:lnTo>
                  <a:lnTo>
                    <a:pt x="2940" y="17558"/>
                  </a:lnTo>
                  <a:cubicBezTo>
                    <a:pt x="2880" y="17563"/>
                    <a:pt x="2823" y="17564"/>
                    <a:pt x="2761" y="17564"/>
                  </a:cubicBezTo>
                  <a:cubicBezTo>
                    <a:pt x="2359" y="17564"/>
                    <a:pt x="1996" y="17482"/>
                    <a:pt x="1911" y="17364"/>
                  </a:cubicBezTo>
                  <a:cubicBezTo>
                    <a:pt x="1812" y="17228"/>
                    <a:pt x="2115" y="17095"/>
                    <a:pt x="2585" y="17067"/>
                  </a:cubicBezTo>
                  <a:lnTo>
                    <a:pt x="21381" y="15930"/>
                  </a:lnTo>
                  <a:cubicBezTo>
                    <a:pt x="21439" y="15926"/>
                    <a:pt x="21493" y="15930"/>
                    <a:pt x="21548" y="15930"/>
                  </a:cubicBezTo>
                  <a:lnTo>
                    <a:pt x="21516" y="12801"/>
                  </a:lnTo>
                  <a:lnTo>
                    <a:pt x="5604" y="14143"/>
                  </a:lnTo>
                  <a:cubicBezTo>
                    <a:pt x="5522" y="14150"/>
                    <a:pt x="5438" y="14153"/>
                    <a:pt x="5361" y="14153"/>
                  </a:cubicBezTo>
                  <a:cubicBezTo>
                    <a:pt x="4978" y="14153"/>
                    <a:pt x="4633" y="14082"/>
                    <a:pt x="4521" y="13972"/>
                  </a:cubicBezTo>
                  <a:cubicBezTo>
                    <a:pt x="4389" y="13839"/>
                    <a:pt x="4653" y="13699"/>
                    <a:pt x="5115" y="13660"/>
                  </a:cubicBezTo>
                  <a:lnTo>
                    <a:pt x="21043" y="12316"/>
                  </a:lnTo>
                  <a:cubicBezTo>
                    <a:pt x="21205" y="12303"/>
                    <a:pt x="21362" y="12308"/>
                    <a:pt x="21513" y="12319"/>
                  </a:cubicBezTo>
                  <a:lnTo>
                    <a:pt x="21476" y="8883"/>
                  </a:lnTo>
                  <a:lnTo>
                    <a:pt x="7406" y="10136"/>
                  </a:lnTo>
                  <a:cubicBezTo>
                    <a:pt x="7322" y="10144"/>
                    <a:pt x="7235" y="10148"/>
                    <a:pt x="7148" y="10148"/>
                  </a:cubicBezTo>
                  <a:cubicBezTo>
                    <a:pt x="6775" y="10148"/>
                    <a:pt x="6430" y="10078"/>
                    <a:pt x="6318" y="9971"/>
                  </a:cubicBezTo>
                  <a:cubicBezTo>
                    <a:pt x="6176" y="9838"/>
                    <a:pt x="6430" y="9697"/>
                    <a:pt x="6892" y="9656"/>
                  </a:cubicBezTo>
                  <a:lnTo>
                    <a:pt x="21391" y="8364"/>
                  </a:lnTo>
                  <a:cubicBezTo>
                    <a:pt x="21416" y="8362"/>
                    <a:pt x="21446" y="8364"/>
                    <a:pt x="21471" y="8362"/>
                  </a:cubicBezTo>
                  <a:lnTo>
                    <a:pt x="21436" y="4813"/>
                  </a:lnTo>
                  <a:lnTo>
                    <a:pt x="11887" y="5691"/>
                  </a:lnTo>
                  <a:cubicBezTo>
                    <a:pt x="11803" y="5699"/>
                    <a:pt x="11713" y="5703"/>
                    <a:pt x="11624" y="5703"/>
                  </a:cubicBezTo>
                  <a:cubicBezTo>
                    <a:pt x="11256" y="5703"/>
                    <a:pt x="10913" y="5635"/>
                    <a:pt x="10796" y="5528"/>
                  </a:cubicBezTo>
                  <a:cubicBezTo>
                    <a:pt x="10647" y="5396"/>
                    <a:pt x="10901" y="5254"/>
                    <a:pt x="11360" y="5213"/>
                  </a:cubicBezTo>
                  <a:lnTo>
                    <a:pt x="21429" y="4286"/>
                  </a:lnTo>
                  <a:lnTo>
                    <a:pt x="21394" y="1101"/>
                  </a:lnTo>
                  <a:lnTo>
                    <a:pt x="15991" y="1756"/>
                  </a:lnTo>
                  <a:cubicBezTo>
                    <a:pt x="15879" y="1769"/>
                    <a:pt x="15765" y="1776"/>
                    <a:pt x="15650" y="1776"/>
                  </a:cubicBezTo>
                  <a:cubicBezTo>
                    <a:pt x="15312" y="1776"/>
                    <a:pt x="14987" y="1718"/>
                    <a:pt x="14847" y="1622"/>
                  </a:cubicBezTo>
                  <a:cubicBezTo>
                    <a:pt x="14661" y="1493"/>
                    <a:pt x="14870" y="1346"/>
                    <a:pt x="15315" y="1293"/>
                  </a:cubicBezTo>
                  <a:lnTo>
                    <a:pt x="20867" y="621"/>
                  </a:lnTo>
                  <a:cubicBezTo>
                    <a:pt x="21038" y="600"/>
                    <a:pt x="21220" y="600"/>
                    <a:pt x="21391" y="612"/>
                  </a:cubicBezTo>
                  <a:lnTo>
                    <a:pt x="21386" y="0"/>
                  </a:lnTo>
                  <a:lnTo>
                    <a:pt x="9852" y="0"/>
                  </a:lnTo>
                  <a:lnTo>
                    <a:pt x="0" y="11598"/>
                  </a:lnTo>
                  <a:cubicBezTo>
                    <a:pt x="800" y="14932"/>
                    <a:pt x="1533" y="18266"/>
                    <a:pt x="2232" y="21600"/>
                  </a:cubicBezTo>
                  <a:cubicBezTo>
                    <a:pt x="4809" y="20688"/>
                    <a:pt x="7145" y="19752"/>
                    <a:pt x="9904" y="18857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6"/>
            <p:cNvSpPr/>
            <p:nvPr/>
          </p:nvSpPr>
          <p:spPr>
            <a:xfrm>
              <a:off x="2794578" y="1644535"/>
              <a:ext cx="36348" cy="3636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056" y="20453"/>
                  </a:moveTo>
                  <a:cubicBezTo>
                    <a:pt x="14551" y="20091"/>
                    <a:pt x="18106" y="20015"/>
                    <a:pt x="21600" y="20068"/>
                  </a:cubicBezTo>
                  <a:lnTo>
                    <a:pt x="21373" y="0"/>
                  </a:lnTo>
                  <a:cubicBezTo>
                    <a:pt x="14611" y="7295"/>
                    <a:pt x="7222" y="14418"/>
                    <a:pt x="0" y="21600"/>
                  </a:cubicBezTo>
                  <a:cubicBezTo>
                    <a:pt x="0" y="21600"/>
                    <a:pt x="11056" y="20453"/>
                    <a:pt x="11056" y="2045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6"/>
            <p:cNvSpPr/>
            <p:nvPr/>
          </p:nvSpPr>
          <p:spPr>
            <a:xfrm>
              <a:off x="2705678" y="1669936"/>
              <a:ext cx="69431" cy="6463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0" y="7517"/>
                  </a:lnTo>
                  <a:cubicBezTo>
                    <a:pt x="233" y="12211"/>
                    <a:pt x="458" y="16906"/>
                    <a:pt x="691" y="21600"/>
                  </a:cubicBezTo>
                  <a:cubicBezTo>
                    <a:pt x="8380" y="15619"/>
                    <a:pt x="15334" y="8396"/>
                    <a:pt x="21600" y="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6"/>
            <p:cNvSpPr/>
            <p:nvPr/>
          </p:nvSpPr>
          <p:spPr>
            <a:xfrm>
              <a:off x="2756478" y="1657236"/>
              <a:ext cx="49048" cy="9287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8466"/>
                  </a:moveTo>
                  <a:lnTo>
                    <a:pt x="21499" y="0"/>
                  </a:lnTo>
                  <a:lnTo>
                    <a:pt x="18580" y="499"/>
                  </a:lnTo>
                  <a:cubicBezTo>
                    <a:pt x="13647" y="8034"/>
                    <a:pt x="7411" y="15052"/>
                    <a:pt x="0" y="21600"/>
                  </a:cubicBezTo>
                  <a:lnTo>
                    <a:pt x="21058" y="18487"/>
                  </a:lnTo>
                  <a:cubicBezTo>
                    <a:pt x="21242" y="18460"/>
                    <a:pt x="21421" y="18466"/>
                    <a:pt x="21600" y="18466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6"/>
            <p:cNvSpPr/>
            <p:nvPr/>
          </p:nvSpPr>
          <p:spPr>
            <a:xfrm>
              <a:off x="2718378" y="1746135"/>
              <a:ext cx="83478" cy="11204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7059" y="3021"/>
                  </a:moveTo>
                  <a:cubicBezTo>
                    <a:pt x="4867" y="5592"/>
                    <a:pt x="2517" y="8072"/>
                    <a:pt x="0" y="10460"/>
                  </a:cubicBezTo>
                  <a:cubicBezTo>
                    <a:pt x="247" y="14174"/>
                    <a:pt x="499" y="17888"/>
                    <a:pt x="733" y="21600"/>
                  </a:cubicBezTo>
                  <a:lnTo>
                    <a:pt x="21140" y="16223"/>
                  </a:lnTo>
                  <a:cubicBezTo>
                    <a:pt x="21291" y="16184"/>
                    <a:pt x="21446" y="16172"/>
                    <a:pt x="21600" y="16179"/>
                  </a:cubicBezTo>
                  <a:lnTo>
                    <a:pt x="21538" y="0"/>
                  </a:lnTo>
                  <a:cubicBezTo>
                    <a:pt x="21538" y="0"/>
                    <a:pt x="7059" y="3021"/>
                    <a:pt x="7059" y="3021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>
              <a:off x="2705678" y="1581036"/>
              <a:ext cx="93371" cy="10162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49" y="21600"/>
                  </a:moveTo>
                  <a:lnTo>
                    <a:pt x="19109" y="16196"/>
                  </a:lnTo>
                  <a:cubicBezTo>
                    <a:pt x="18721" y="16741"/>
                    <a:pt x="18333" y="17289"/>
                    <a:pt x="17936" y="17821"/>
                  </a:cubicBezTo>
                  <a:cubicBezTo>
                    <a:pt x="19194" y="16336"/>
                    <a:pt x="20419" y="14817"/>
                    <a:pt x="21600" y="13224"/>
                  </a:cubicBezTo>
                  <a:lnTo>
                    <a:pt x="21559" y="0"/>
                  </a:lnTo>
                  <a:lnTo>
                    <a:pt x="0" y="5920"/>
                  </a:lnTo>
                  <a:cubicBezTo>
                    <a:pt x="323" y="11145"/>
                    <a:pt x="643" y="16374"/>
                    <a:pt x="949" y="2160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6"/>
            <p:cNvSpPr/>
            <p:nvPr/>
          </p:nvSpPr>
          <p:spPr>
            <a:xfrm>
              <a:off x="2731077" y="1936636"/>
              <a:ext cx="75414" cy="815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553" y="0"/>
                  </a:moveTo>
                  <a:cubicBezTo>
                    <a:pt x="21531" y="7"/>
                    <a:pt x="21520" y="20"/>
                    <a:pt x="21498" y="24"/>
                  </a:cubicBezTo>
                  <a:lnTo>
                    <a:pt x="8719" y="3766"/>
                  </a:lnTo>
                  <a:cubicBezTo>
                    <a:pt x="5849" y="7350"/>
                    <a:pt x="2936" y="10800"/>
                    <a:pt x="0" y="14142"/>
                  </a:cubicBezTo>
                  <a:cubicBezTo>
                    <a:pt x="116" y="16626"/>
                    <a:pt x="236" y="19113"/>
                    <a:pt x="349" y="21600"/>
                  </a:cubicBezTo>
                  <a:lnTo>
                    <a:pt x="21269" y="15730"/>
                  </a:lnTo>
                  <a:cubicBezTo>
                    <a:pt x="21378" y="15700"/>
                    <a:pt x="21491" y="15704"/>
                    <a:pt x="21600" y="15700"/>
                  </a:cubicBezTo>
                  <a:cubicBezTo>
                    <a:pt x="21600" y="15700"/>
                    <a:pt x="21553" y="0"/>
                    <a:pt x="21553" y="0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6"/>
            <p:cNvSpPr/>
            <p:nvPr/>
          </p:nvSpPr>
          <p:spPr>
            <a:xfrm>
              <a:off x="2718377" y="1847735"/>
              <a:ext cx="75643" cy="701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0" y="8241"/>
                  </a:lnTo>
                  <a:cubicBezTo>
                    <a:pt x="196" y="12695"/>
                    <a:pt x="381" y="17146"/>
                    <a:pt x="569" y="21600"/>
                  </a:cubicBezTo>
                  <a:cubicBezTo>
                    <a:pt x="7982" y="15151"/>
                    <a:pt x="14912" y="7810"/>
                    <a:pt x="21600" y="0"/>
                  </a:cubicBezTo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6"/>
            <p:cNvSpPr/>
            <p:nvPr/>
          </p:nvSpPr>
          <p:spPr>
            <a:xfrm>
              <a:off x="2769178" y="1847736"/>
              <a:ext cx="36348" cy="936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276" y="23"/>
                  </a:moveTo>
                  <a:lnTo>
                    <a:pt x="21276" y="9592"/>
                  </a:lnTo>
                  <a:cubicBezTo>
                    <a:pt x="14302" y="13796"/>
                    <a:pt x="7200" y="17774"/>
                    <a:pt x="0" y="21600"/>
                  </a:cubicBezTo>
                  <a:lnTo>
                    <a:pt x="19894" y="19189"/>
                  </a:lnTo>
                  <a:cubicBezTo>
                    <a:pt x="20483" y="19119"/>
                    <a:pt x="21072" y="19142"/>
                    <a:pt x="21600" y="19218"/>
                  </a:cubicBezTo>
                  <a:lnTo>
                    <a:pt x="21457" y="0"/>
                  </a:lnTo>
                  <a:cubicBezTo>
                    <a:pt x="21457" y="0"/>
                    <a:pt x="21276" y="23"/>
                    <a:pt x="21276" y="23"/>
                  </a:cubicBezTo>
                  <a:close/>
                </a:path>
              </a:pathLst>
            </a:custGeom>
            <a:solidFill>
              <a:srgbClr val="0F354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7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r" defTabSz="1097280" rtl="0" eaLnBrk="1" latinLnBrk="0" hangingPunct="1">
        <a:spcBef>
          <a:spcPct val="0"/>
        </a:spcBef>
        <a:buNone/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»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fld id="{6B64E79E-62A3-4E1F-BA41-668FECB06A4A}" type="datetimeFigureOut">
              <a:rPr lang="es-CO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buClrTx/>
                <a:buFontTx/>
                <a:buNone/>
              </a:pPr>
              <a:t>26/08/22</a:t>
            </a:fld>
            <a:endParaRPr lang="es-CO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endParaRPr lang="es-CO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fld id="{6518A338-E5DB-4C76-AB8F-BD9876A4DB99}" type="slidenum">
              <a:rPr lang="es-CO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buClrTx/>
                <a:buFontTx/>
                <a:buNone/>
              </a:pPr>
              <a:t>‹#›</a:t>
            </a:fld>
            <a:endParaRPr lang="es-CO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7390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fld id="{B0AEBCE1-62A4-4441-A19E-2FF8165E31D1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buClrTx/>
                <a:buFontTx/>
                <a:buNone/>
              </a:pPr>
              <a:t>8/26/22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Tx/>
              <a:buFontTx/>
              <a:buNone/>
            </a:pPr>
            <a:fld id="{025A3570-3BD6-4465-8CA9-BD2D2BB1929E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buClrTx/>
                <a:buFontTx/>
                <a:buNone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704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/>
          <p:cNvSpPr/>
          <p:nvPr/>
        </p:nvSpPr>
        <p:spPr>
          <a:xfrm rot="16200000">
            <a:off x="3190076" y="2042013"/>
            <a:ext cx="3321842" cy="3549997"/>
          </a:xfrm>
          <a:prstGeom prst="ellipse">
            <a:avLst/>
          </a:prstGeom>
          <a:noFill/>
          <a:ln w="381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Elipse 48"/>
          <p:cNvSpPr/>
          <p:nvPr/>
        </p:nvSpPr>
        <p:spPr>
          <a:xfrm rot="16200000">
            <a:off x="5213066" y="2034005"/>
            <a:ext cx="3321842" cy="3549997"/>
          </a:xfrm>
          <a:prstGeom prst="ellipse">
            <a:avLst/>
          </a:prstGeom>
          <a:noFill/>
          <a:ln w="381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Elipse 49"/>
          <p:cNvSpPr/>
          <p:nvPr/>
        </p:nvSpPr>
        <p:spPr>
          <a:xfrm rot="16200000">
            <a:off x="4190379" y="48038"/>
            <a:ext cx="3321842" cy="3549997"/>
          </a:xfrm>
          <a:prstGeom prst="ellipse">
            <a:avLst/>
          </a:prstGeom>
          <a:noFill/>
          <a:ln w="381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Elipse 50"/>
          <p:cNvSpPr/>
          <p:nvPr/>
        </p:nvSpPr>
        <p:spPr>
          <a:xfrm>
            <a:off x="4796380" y="986255"/>
            <a:ext cx="2153935" cy="1037429"/>
          </a:xfrm>
          <a:prstGeom prst="ellipse">
            <a:avLst/>
          </a:prstGeom>
          <a:solidFill>
            <a:srgbClr val="2B6A6C">
              <a:alpha val="86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2" name="Elipse 51"/>
          <p:cNvSpPr/>
          <p:nvPr/>
        </p:nvSpPr>
        <p:spPr>
          <a:xfrm rot="17976191">
            <a:off x="6420468" y="3378846"/>
            <a:ext cx="1934423" cy="1037429"/>
          </a:xfrm>
          <a:prstGeom prst="ellipse">
            <a:avLst/>
          </a:prstGeom>
          <a:solidFill>
            <a:srgbClr val="04253A">
              <a:alpha val="61961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3" name="Elipse 52"/>
          <p:cNvSpPr/>
          <p:nvPr/>
        </p:nvSpPr>
        <p:spPr>
          <a:xfrm rot="3335301">
            <a:off x="3351453" y="3350400"/>
            <a:ext cx="1934423" cy="1037429"/>
          </a:xfrm>
          <a:prstGeom prst="ellipse">
            <a:avLst/>
          </a:prstGeom>
          <a:solidFill>
            <a:srgbClr val="F2972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4" name="CuadroTexto 53"/>
          <p:cNvSpPr txBox="1"/>
          <p:nvPr/>
        </p:nvSpPr>
        <p:spPr>
          <a:xfrm rot="17976191">
            <a:off x="6408838" y="3774088"/>
            <a:ext cx="2479689" cy="669414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50" b="1" kern="1200" dirty="0">
                <a:solidFill>
                  <a:prstClr val="black"/>
                </a:solidFill>
                <a:latin typeface="Calibri" panose="020F0502020204030204"/>
              </a:rPr>
              <a:t>Mitigación y adaptación al cambio climático</a:t>
            </a:r>
          </a:p>
          <a:p>
            <a:pPr algn="ctr">
              <a:buClrTx/>
              <a:buFontTx/>
              <a:buNone/>
            </a:pPr>
            <a:r>
              <a:rPr lang="es-CO" sz="800" kern="1200" dirty="0">
                <a:solidFill>
                  <a:prstClr val="black"/>
                </a:solidFill>
                <a:latin typeface="Calibri" panose="020F0502020204030204"/>
              </a:rPr>
              <a:t>Convenio Marco de Naciones Unidas sobre Cambio Climático </a:t>
            </a:r>
          </a:p>
        </p:txBody>
      </p:sp>
      <p:sp>
        <p:nvSpPr>
          <p:cNvPr id="55" name="CuadroTexto 54"/>
          <p:cNvSpPr txBox="1"/>
          <p:nvPr/>
        </p:nvSpPr>
        <p:spPr>
          <a:xfrm>
            <a:off x="4475929" y="850489"/>
            <a:ext cx="2701458" cy="692497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50" b="1" kern="1200" dirty="0">
                <a:solidFill>
                  <a:prstClr val="black"/>
                </a:solidFill>
                <a:latin typeface="Calibri" panose="020F0502020204030204"/>
              </a:rPr>
              <a:t>Biodiversidad y servicios ecosistémicos</a:t>
            </a:r>
          </a:p>
          <a:p>
            <a:pPr algn="ctr">
              <a:buClrTx/>
              <a:buFontTx/>
              <a:buNone/>
            </a:pPr>
            <a:r>
              <a:rPr lang="es-CO" sz="800" kern="1200" dirty="0">
                <a:solidFill>
                  <a:prstClr val="black"/>
                </a:solidFill>
                <a:latin typeface="Calibri" panose="020F0502020204030204"/>
              </a:rPr>
              <a:t>Convenio Marco de Diversidad Biológica </a:t>
            </a:r>
          </a:p>
        </p:txBody>
      </p:sp>
      <p:sp>
        <p:nvSpPr>
          <p:cNvPr id="56" name="CuadroTexto 55"/>
          <p:cNvSpPr txBox="1"/>
          <p:nvPr/>
        </p:nvSpPr>
        <p:spPr>
          <a:xfrm rot="3335301">
            <a:off x="3377116" y="3587280"/>
            <a:ext cx="194458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50" b="1" kern="1200" dirty="0">
                <a:solidFill>
                  <a:prstClr val="black"/>
                </a:solidFill>
                <a:latin typeface="Calibri" panose="020F0502020204030204"/>
              </a:rPr>
              <a:t>Política Nacional para la gestión del riesgo de desastres</a:t>
            </a:r>
            <a:endParaRPr lang="es-CO" sz="105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>
              <a:buClrTx/>
              <a:buFontTx/>
              <a:buNone/>
            </a:pPr>
            <a:r>
              <a:rPr lang="es-CO" sz="700" kern="1200" dirty="0">
                <a:solidFill>
                  <a:prstClr val="black"/>
                </a:solidFill>
                <a:latin typeface="Calibri" panose="020F0502020204030204"/>
              </a:rPr>
              <a:t> (Ley 1523 de 2012) </a:t>
            </a:r>
            <a:endParaRPr lang="es-CO" sz="6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CuadroTexto 56"/>
          <p:cNvSpPr txBox="1"/>
          <p:nvPr/>
        </p:nvSpPr>
        <p:spPr>
          <a:xfrm rot="17976191">
            <a:off x="6418241" y="3685338"/>
            <a:ext cx="1967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50" b="1" kern="1200" dirty="0">
                <a:solidFill>
                  <a:prstClr val="black"/>
                </a:solidFill>
                <a:latin typeface="Calibri" panose="020F0502020204030204"/>
              </a:rPr>
              <a:t>Política Nacional de Cambio Climático</a:t>
            </a:r>
          </a:p>
          <a:p>
            <a:pPr algn="ctr">
              <a:buClrTx/>
              <a:buFontTx/>
              <a:buNone/>
            </a:pPr>
            <a:r>
              <a:rPr lang="es-CO" sz="700" kern="1200" dirty="0">
                <a:solidFill>
                  <a:prstClr val="black"/>
                </a:solidFill>
                <a:latin typeface="Calibri" panose="020F0502020204030204"/>
              </a:rPr>
              <a:t>(Ley 1931 de 2018)</a:t>
            </a:r>
          </a:p>
        </p:txBody>
      </p:sp>
      <p:sp>
        <p:nvSpPr>
          <p:cNvPr id="58" name="CuadroTexto 57"/>
          <p:cNvSpPr txBox="1"/>
          <p:nvPr/>
        </p:nvSpPr>
        <p:spPr>
          <a:xfrm>
            <a:off x="4878614" y="1212715"/>
            <a:ext cx="2042147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MX" sz="1050" b="1" kern="1200" dirty="0">
                <a:solidFill>
                  <a:prstClr val="black"/>
                </a:solidFill>
                <a:latin typeface="Calibri" panose="020F0502020204030204"/>
              </a:rPr>
              <a:t>Política Nacional para la gestión integral de la biodiversidad y sus servicios ecosistémicos </a:t>
            </a:r>
          </a:p>
          <a:p>
            <a:pPr algn="ctr">
              <a:buClrTx/>
              <a:buFontTx/>
              <a:buNone/>
            </a:pPr>
            <a:r>
              <a:rPr lang="es-MX" sz="700" kern="12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s-MX" sz="700" kern="1200" dirty="0" err="1">
                <a:solidFill>
                  <a:prstClr val="black"/>
                </a:solidFill>
                <a:latin typeface="Calibri" panose="020F0502020204030204"/>
              </a:rPr>
              <a:t>Minambiente</a:t>
            </a:r>
            <a:r>
              <a:rPr lang="es-MX" sz="700" kern="1200" dirty="0">
                <a:solidFill>
                  <a:prstClr val="black"/>
                </a:solidFill>
                <a:latin typeface="Calibri" panose="020F0502020204030204"/>
              </a:rPr>
              <a:t>, 2012)</a:t>
            </a:r>
            <a:endParaRPr lang="es-CO" sz="7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CuadroTexto 58"/>
          <p:cNvSpPr txBox="1"/>
          <p:nvPr/>
        </p:nvSpPr>
        <p:spPr>
          <a:xfrm rot="3306502">
            <a:off x="3002936" y="3795888"/>
            <a:ext cx="2177452" cy="669414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50" b="1" kern="1200" dirty="0">
                <a:solidFill>
                  <a:prstClr val="black"/>
                </a:solidFill>
                <a:latin typeface="Calibri" panose="020F0502020204030204"/>
              </a:rPr>
              <a:t>Gestión del Riesgo de Desastres</a:t>
            </a:r>
          </a:p>
          <a:p>
            <a:pPr algn="ctr">
              <a:buClrTx/>
              <a:buFontTx/>
              <a:buNone/>
            </a:pPr>
            <a:r>
              <a:rPr lang="es-CO" sz="800" kern="1200" dirty="0">
                <a:solidFill>
                  <a:prstClr val="black"/>
                </a:solidFill>
                <a:latin typeface="Calibri" panose="020F0502020204030204"/>
              </a:rPr>
              <a:t>Marco de Sendai para la reducción del riesgo de desastres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F1576EE-66C7-43E8-AE4B-B78EDE2F6170}"/>
              </a:ext>
            </a:extLst>
          </p:cNvPr>
          <p:cNvSpPr txBox="1"/>
          <p:nvPr/>
        </p:nvSpPr>
        <p:spPr>
          <a:xfrm>
            <a:off x="5285414" y="2469637"/>
            <a:ext cx="150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200" i="1" kern="1200" dirty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Cuidado del ambiente</a:t>
            </a:r>
          </a:p>
        </p:txBody>
      </p:sp>
      <p:sp>
        <p:nvSpPr>
          <p:cNvPr id="62" name="Paralelogramo 61"/>
          <p:cNvSpPr/>
          <p:nvPr/>
        </p:nvSpPr>
        <p:spPr>
          <a:xfrm rot="594440">
            <a:off x="5185146" y="2905588"/>
            <a:ext cx="200286" cy="448628"/>
          </a:xfrm>
          <a:prstGeom prst="parallelogram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06C4270-EFF9-4983-B466-09DD1D3A158B}"/>
              </a:ext>
            </a:extLst>
          </p:cNvPr>
          <p:cNvSpPr txBox="1"/>
          <p:nvPr/>
        </p:nvSpPr>
        <p:spPr>
          <a:xfrm rot="2358801">
            <a:off x="4252912" y="2690658"/>
            <a:ext cx="1360160" cy="276999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>
              <a:buClrTx/>
              <a:buFontTx/>
              <a:buNone/>
            </a:pPr>
            <a:r>
              <a:rPr lang="es-CO" sz="1200" i="1" kern="1200" dirty="0">
                <a:solidFill>
                  <a:srgbClr val="2B6A6C"/>
                </a:solidFill>
                <a:latin typeface="Calibri" panose="020F0502020204030204"/>
              </a:rPr>
              <a:t>Bienestar humano</a:t>
            </a:r>
          </a:p>
        </p:txBody>
      </p:sp>
      <p:sp>
        <p:nvSpPr>
          <p:cNvPr id="64" name="Paralelogramo 63"/>
          <p:cNvSpPr/>
          <p:nvPr/>
        </p:nvSpPr>
        <p:spPr>
          <a:xfrm rot="10062303">
            <a:off x="6255828" y="2922514"/>
            <a:ext cx="376350" cy="429449"/>
          </a:xfrm>
          <a:prstGeom prst="parallelogram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21F46A9-8C94-4479-B347-9CE8BB53BF57}"/>
              </a:ext>
            </a:extLst>
          </p:cNvPr>
          <p:cNvSpPr txBox="1"/>
          <p:nvPr/>
        </p:nvSpPr>
        <p:spPr>
          <a:xfrm rot="19029675">
            <a:off x="6391102" y="2557018"/>
            <a:ext cx="1064223" cy="276999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200" i="1" kern="1200" dirty="0">
                <a:solidFill>
                  <a:srgbClr val="2B6A6C"/>
                </a:solidFill>
                <a:latin typeface="Calibri" panose="020F0502020204030204"/>
              </a:rPr>
              <a:t>Resiliencia</a:t>
            </a:r>
            <a:r>
              <a:rPr lang="es-CO" sz="1200" i="1" kern="1200" dirty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66" name="Acorde 65"/>
          <p:cNvSpPr/>
          <p:nvPr/>
        </p:nvSpPr>
        <p:spPr>
          <a:xfrm rot="17539942">
            <a:off x="5097765" y="2830226"/>
            <a:ext cx="1520577" cy="1351584"/>
          </a:xfrm>
          <a:prstGeom prst="chord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7" name="Flecha arriba 66"/>
          <p:cNvSpPr/>
          <p:nvPr/>
        </p:nvSpPr>
        <p:spPr>
          <a:xfrm>
            <a:off x="5171332" y="3386454"/>
            <a:ext cx="1397792" cy="1332979"/>
          </a:xfrm>
          <a:prstGeom prst="upArrow">
            <a:avLst>
              <a:gd name="adj1" fmla="val 50000"/>
              <a:gd name="adj2" fmla="val 48397"/>
            </a:avLst>
          </a:prstGeom>
          <a:solidFill>
            <a:srgbClr val="4C837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Biodiversidad 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como elemento </a:t>
            </a:r>
            <a:r>
              <a:rPr kumimoji="0" lang="es-CO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estructurante</a:t>
            </a:r>
            <a:r>
              <a:rPr kumimoji="0" lang="es-CO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de territorio enmarca acciones desde el enfoque de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soluciones basadas en la naturaleza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21F46A9-8C94-4479-B347-9CE8BB53BF57}"/>
              </a:ext>
            </a:extLst>
          </p:cNvPr>
          <p:cNvSpPr txBox="1"/>
          <p:nvPr/>
        </p:nvSpPr>
        <p:spPr>
          <a:xfrm>
            <a:off x="5343415" y="2989252"/>
            <a:ext cx="1064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</a:pPr>
            <a:r>
              <a:rPr lang="es-CO" sz="1200" i="1" kern="1200" dirty="0">
                <a:solidFill>
                  <a:srgbClr val="2B6A6C"/>
                </a:solidFill>
                <a:latin typeface="Calibri" panose="020F0502020204030204"/>
              </a:rPr>
              <a:t>Cuidado del ambiente</a:t>
            </a:r>
          </a:p>
        </p:txBody>
      </p:sp>
      <p:sp>
        <p:nvSpPr>
          <p:cNvPr id="69" name="Paralelogramo 68"/>
          <p:cNvSpPr/>
          <p:nvPr/>
        </p:nvSpPr>
        <p:spPr>
          <a:xfrm rot="2924607">
            <a:off x="5692433" y="2393257"/>
            <a:ext cx="200286" cy="448628"/>
          </a:xfrm>
          <a:prstGeom prst="parallelogram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0" name="Paralelogramo 69"/>
          <p:cNvSpPr/>
          <p:nvPr/>
        </p:nvSpPr>
        <p:spPr>
          <a:xfrm rot="17867301">
            <a:off x="5826884" y="2393257"/>
            <a:ext cx="200286" cy="448628"/>
          </a:xfrm>
          <a:prstGeom prst="parallelogram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1" name="Rectángulo: esquinas redondeadas 2">
            <a:extLst>
              <a:ext uri="{FF2B5EF4-FFF2-40B4-BE49-F238E27FC236}">
                <a16:creationId xmlns:a16="http://schemas.microsoft.com/office/drawing/2014/main" id="{2C187969-BD24-4E56-A37D-89459F5D8D6A}"/>
              </a:ext>
            </a:extLst>
          </p:cNvPr>
          <p:cNvSpPr/>
          <p:nvPr/>
        </p:nvSpPr>
        <p:spPr>
          <a:xfrm>
            <a:off x="5129507" y="2510654"/>
            <a:ext cx="1425584" cy="478081"/>
          </a:xfrm>
          <a:prstGeom prst="roundRect">
            <a:avLst/>
          </a:prstGeom>
          <a:solidFill>
            <a:srgbClr val="4C837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schemeClr val="tx1"/>
                </a:solidFill>
                <a:latin typeface="Calibri" panose="020F0502020204030204"/>
              </a:rPr>
              <a:t>Sostenibilidad del territorio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redondeado 14"/>
          <p:cNvSpPr/>
          <p:nvPr/>
        </p:nvSpPr>
        <p:spPr>
          <a:xfrm>
            <a:off x="3214514" y="3207755"/>
            <a:ext cx="5133087" cy="1199477"/>
          </a:xfrm>
          <a:prstGeom prst="roundRect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60" b="1">
              <a:solidFill>
                <a:srgbClr val="000000"/>
              </a:solidFill>
              <a:sym typeface="Arial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3212351" y="1823101"/>
            <a:ext cx="513308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160" b="1" dirty="0" err="1">
                <a:solidFill>
                  <a:srgbClr val="000000"/>
                </a:solidFill>
                <a:cs typeface="Arial"/>
                <a:sym typeface="Arial"/>
              </a:rPr>
              <a:t>Socioecosistema</a:t>
            </a:r>
            <a:endParaRPr lang="es-CO" sz="1080" b="1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3277486" y="3456994"/>
            <a:ext cx="2386642" cy="369998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Como </a:t>
            </a:r>
            <a:r>
              <a:rPr lang="es-CO" sz="1200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conjunto vulnerable </a:t>
            </a:r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receptor de impactos</a:t>
            </a:r>
          </a:p>
        </p:txBody>
      </p:sp>
      <p:sp>
        <p:nvSpPr>
          <p:cNvPr id="18" name="Rectángulo redondeado 17"/>
          <p:cNvSpPr/>
          <p:nvPr/>
        </p:nvSpPr>
        <p:spPr>
          <a:xfrm>
            <a:off x="3277486" y="3943758"/>
            <a:ext cx="2386642" cy="390046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b="1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Motores de transformación y pérdida</a:t>
            </a:r>
          </a:p>
        </p:txBody>
      </p:sp>
      <p:sp>
        <p:nvSpPr>
          <p:cNvPr id="19" name="Flecha abajo 18"/>
          <p:cNvSpPr/>
          <p:nvPr/>
        </p:nvSpPr>
        <p:spPr>
          <a:xfrm>
            <a:off x="3141384" y="4435433"/>
            <a:ext cx="5187541" cy="427155"/>
          </a:xfrm>
          <a:prstGeom prst="downArrow">
            <a:avLst/>
          </a:prstGeom>
          <a:solidFill>
            <a:srgbClr val="2B6A6C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Estrategias desde las </a:t>
            </a:r>
          </a:p>
          <a:p>
            <a:pPr algn="ctr"/>
            <a:r>
              <a:rPr lang="es-CO" sz="1400" b="1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Soluciones basadas en la naturaleza</a:t>
            </a:r>
          </a:p>
        </p:txBody>
      </p:sp>
      <p:sp>
        <p:nvSpPr>
          <p:cNvPr id="20" name="Flecha abajo 19"/>
          <p:cNvSpPr/>
          <p:nvPr/>
        </p:nvSpPr>
        <p:spPr>
          <a:xfrm>
            <a:off x="3857679" y="3207755"/>
            <a:ext cx="1285946" cy="162572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rgbClr val="000000"/>
              </a:solidFill>
              <a:latin typeface="Segoe UI Light" panose="020B0502040204020203" pitchFamily="34" charset="0"/>
              <a:cs typeface="Segoe UI Light" panose="020B0502040204020203" pitchFamily="34" charset="0"/>
              <a:sym typeface="Arial"/>
            </a:endParaRPr>
          </a:p>
        </p:txBody>
      </p:sp>
      <p:sp>
        <p:nvSpPr>
          <p:cNvPr id="21" name="Flecha abajo 20"/>
          <p:cNvSpPr/>
          <p:nvPr/>
        </p:nvSpPr>
        <p:spPr>
          <a:xfrm>
            <a:off x="6409610" y="3213478"/>
            <a:ext cx="1285946" cy="162572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60" b="1">
              <a:solidFill>
                <a:srgbClr val="000000"/>
              </a:solidFill>
              <a:sym typeface="Arial"/>
            </a:endParaRPr>
          </a:p>
        </p:txBody>
      </p:sp>
      <p:sp>
        <p:nvSpPr>
          <p:cNvPr id="22" name="Rectángulo redondeado 21"/>
          <p:cNvSpPr/>
          <p:nvPr/>
        </p:nvSpPr>
        <p:spPr>
          <a:xfrm>
            <a:off x="5793366" y="3456994"/>
            <a:ext cx="2455130" cy="36999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Como </a:t>
            </a:r>
            <a:r>
              <a:rPr lang="es-CO" sz="1200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conjunto atenuador </a:t>
            </a:r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de riesgos e impactos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5791216" y="3943758"/>
            <a:ext cx="2455130" cy="390046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b="1" dirty="0">
                <a:solidFill>
                  <a:srgbClr val="000000"/>
                </a:solidFill>
                <a:latin typeface="Arial Narrow" panose="020B0606020202030204" pitchFamily="34" charset="0"/>
                <a:cs typeface="Segoe UI Light" panose="020B0502040204020203" pitchFamily="34" charset="0"/>
                <a:sym typeface="Arial"/>
              </a:rPr>
              <a:t>Servicios ecosistémicos de regulación</a:t>
            </a:r>
          </a:p>
        </p:txBody>
      </p:sp>
      <p:sp>
        <p:nvSpPr>
          <p:cNvPr id="24" name="Rectángulo redondeado 27">
            <a:extLst>
              <a:ext uri="{FF2B5EF4-FFF2-40B4-BE49-F238E27FC236}">
                <a16:creationId xmlns:a16="http://schemas.microsoft.com/office/drawing/2014/main" id="{E320471B-A712-39C6-F78B-9F7A1E4A7AD5}"/>
              </a:ext>
            </a:extLst>
          </p:cNvPr>
          <p:cNvSpPr/>
          <p:nvPr/>
        </p:nvSpPr>
        <p:spPr>
          <a:xfrm>
            <a:off x="3212351" y="2743861"/>
            <a:ext cx="5133086" cy="430867"/>
          </a:xfrm>
          <a:prstGeom prst="roundRect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/>
                <a:sym typeface="Arial"/>
              </a:rPr>
              <a:t>Conocimiento de la biodiversidad y sus servicios ecosistémicos</a:t>
            </a:r>
          </a:p>
          <a:p>
            <a:pPr algn="ctr"/>
            <a:r>
              <a:rPr lang="es-CO" sz="1050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para la gestión del riesgo de desastres y el cambio climático 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3212351" y="2219009"/>
            <a:ext cx="5114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Conflictos </a:t>
            </a:r>
            <a:r>
              <a:rPr lang="es-CO" sz="1100" b="1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socioecológicos</a:t>
            </a:r>
            <a:r>
              <a:rPr lang="es-CO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</a:t>
            </a:r>
          </a:p>
          <a:p>
            <a:pPr algn="ctr"/>
            <a:r>
              <a:rPr lang="es-CO" sz="11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 el marco del riesgo de desastres y el cambio climático</a:t>
            </a:r>
          </a:p>
        </p:txBody>
      </p:sp>
      <p:sp>
        <p:nvSpPr>
          <p:cNvPr id="26" name="Rectángulo redondeado 25"/>
          <p:cNvSpPr/>
          <p:nvPr/>
        </p:nvSpPr>
        <p:spPr>
          <a:xfrm>
            <a:off x="2873956" y="1823101"/>
            <a:ext cx="5832648" cy="3688013"/>
          </a:xfrm>
          <a:prstGeom prst="roundRect">
            <a:avLst/>
          </a:prstGeom>
          <a:solidFill>
            <a:srgbClr val="404040">
              <a:alpha val="18039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8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3214514" y="4881520"/>
            <a:ext cx="5133087" cy="523431"/>
          </a:xfrm>
          <a:prstGeom prst="roundRect">
            <a:avLst/>
          </a:prstGeom>
          <a:solidFill>
            <a:srgbClr val="04253A">
              <a:alpha val="7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80">
              <a:solidFill>
                <a:srgbClr val="000000"/>
              </a:solidFill>
              <a:sym typeface="Arial"/>
            </a:endParaRPr>
          </a:p>
        </p:txBody>
      </p:sp>
      <p:sp>
        <p:nvSpPr>
          <p:cNvPr id="28" name="Rectángulo redondeado 28">
            <a:extLst>
              <a:ext uri="{FF2B5EF4-FFF2-40B4-BE49-F238E27FC236}">
                <a16:creationId xmlns:a16="http://schemas.microsoft.com/office/drawing/2014/main" id="{99A1C1B5-FD0C-A1D5-A4F5-602EB6BF5067}"/>
              </a:ext>
            </a:extLst>
          </p:cNvPr>
          <p:cNvSpPr/>
          <p:nvPr/>
        </p:nvSpPr>
        <p:spPr>
          <a:xfrm>
            <a:off x="3277486" y="4927135"/>
            <a:ext cx="2386642" cy="432199"/>
          </a:xfrm>
          <a:prstGeom prst="roundRect">
            <a:avLst/>
          </a:prstGeom>
          <a:solidFill>
            <a:srgbClr val="D8CB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/>
                <a:sym typeface="Arial"/>
              </a:rPr>
              <a:t>Reducción</a:t>
            </a:r>
            <a:r>
              <a:rPr lang="es-CO" sz="1050" b="1" kern="0" dirty="0">
                <a:solidFill>
                  <a:srgbClr val="000000"/>
                </a:solidFill>
                <a:latin typeface="Franklin Gothic Book"/>
                <a:sym typeface="Arial"/>
              </a:rPr>
              <a:t> </a:t>
            </a:r>
          </a:p>
          <a:p>
            <a:pPr algn="ctr"/>
            <a:r>
              <a:rPr lang="es-CO" sz="1050" kern="0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del riesgo desde la gestión de la BDSE</a:t>
            </a:r>
          </a:p>
        </p:txBody>
      </p:sp>
      <p:sp>
        <p:nvSpPr>
          <p:cNvPr id="29" name="Rectángulo redondeado 29">
            <a:extLst>
              <a:ext uri="{FF2B5EF4-FFF2-40B4-BE49-F238E27FC236}">
                <a16:creationId xmlns:a16="http://schemas.microsoft.com/office/drawing/2014/main" id="{8ED94D3F-7C2D-73A8-0B75-6BCA43078C7A}"/>
              </a:ext>
            </a:extLst>
          </p:cNvPr>
          <p:cNvSpPr/>
          <p:nvPr/>
        </p:nvSpPr>
        <p:spPr>
          <a:xfrm>
            <a:off x="5791216" y="4930923"/>
            <a:ext cx="2455130" cy="424621"/>
          </a:xfrm>
          <a:prstGeom prst="roundRect">
            <a:avLst/>
          </a:prstGeom>
          <a:solidFill>
            <a:srgbClr val="E1DDBF">
              <a:alpha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 panose="020B0503020102020204" pitchFamily="34" charset="0"/>
                <a:cs typeface="Segoe UI Light" panose="020B0502040204020203" pitchFamily="34" charset="0"/>
                <a:sym typeface="Arial"/>
              </a:rPr>
              <a:t>Manejo</a:t>
            </a:r>
            <a:r>
              <a:rPr lang="es-CO" sz="1050" b="1" kern="0" dirty="0">
                <a:solidFill>
                  <a:srgbClr val="000000"/>
                </a:solidFill>
                <a:latin typeface="Franklin Gothic Book" panose="020B0503020102020204" pitchFamily="34" charset="0"/>
                <a:cs typeface="Segoe UI Light" panose="020B0502040204020203" pitchFamily="34" charset="0"/>
                <a:sym typeface="Arial"/>
              </a:rPr>
              <a:t> </a:t>
            </a:r>
          </a:p>
          <a:p>
            <a:pPr algn="ctr"/>
            <a:r>
              <a:rPr lang="es-CO" sz="1050" kern="0" dirty="0">
                <a:solidFill>
                  <a:srgbClr val="000000"/>
                </a:solidFill>
                <a:latin typeface="Arial Narrow" panose="020B0606020202030204" pitchFamily="34" charset="0"/>
                <a:cs typeface="Segoe UI Light" panose="020B0502040204020203" pitchFamily="34" charset="0"/>
                <a:sym typeface="Arial"/>
              </a:rPr>
              <a:t>de desastres de y desde la BDSE</a:t>
            </a:r>
          </a:p>
        </p:txBody>
      </p:sp>
    </p:spTree>
    <p:extLst>
      <p:ext uri="{BB962C8B-B14F-4D97-AF65-F5344CB8AC3E}">
        <p14:creationId xmlns:p14="http://schemas.microsoft.com/office/powerpoint/2010/main" val="4019862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764342" y="1460840"/>
            <a:ext cx="3757424" cy="2338189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400" kern="1200">
              <a:solidFill>
                <a:srgbClr val="00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64342" y="1477142"/>
            <a:ext cx="3757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Vulnerabilidad desde la dimensión ambiental/</a:t>
            </a:r>
          </a:p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Motores de transformación y pérdida de BDSE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060503" y="2357026"/>
            <a:ext cx="237523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Cambios de uso del suelo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069708" y="2651232"/>
            <a:ext cx="196743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Sobreexplotación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045133" y="3323740"/>
            <a:ext cx="206809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Invasores biológicos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1064751" y="2983050"/>
            <a:ext cx="180925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Contaminación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1078893" y="2050466"/>
            <a:ext cx="180925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Cambio climático</a:t>
            </a:r>
          </a:p>
        </p:txBody>
      </p:sp>
      <p:sp>
        <p:nvSpPr>
          <p:cNvPr id="67" name="Rectángulo redondeado 26">
            <a:extLst>
              <a:ext uri="{FF2B5EF4-FFF2-40B4-BE49-F238E27FC236}">
                <a16:creationId xmlns:a16="http://schemas.microsoft.com/office/drawing/2014/main" id="{8FEFF074-ADEC-4E1E-B4F9-097BBD450088}"/>
              </a:ext>
            </a:extLst>
          </p:cNvPr>
          <p:cNvSpPr/>
          <p:nvPr/>
        </p:nvSpPr>
        <p:spPr>
          <a:xfrm>
            <a:off x="717533" y="4057516"/>
            <a:ext cx="3733781" cy="2070890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400" kern="1200">
              <a:solidFill>
                <a:srgbClr val="00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4322C76-302E-4486-96B4-7DDBA848613E}"/>
              </a:ext>
            </a:extLst>
          </p:cNvPr>
          <p:cNvSpPr txBox="1"/>
          <p:nvPr/>
        </p:nvSpPr>
        <p:spPr>
          <a:xfrm>
            <a:off x="1028265" y="4676801"/>
            <a:ext cx="214481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Ecosistemas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5972C5D-EF3C-4294-9683-877AF3771AF8}"/>
              </a:ext>
            </a:extLst>
          </p:cNvPr>
          <p:cNvSpPr txBox="1"/>
          <p:nvPr/>
        </p:nvSpPr>
        <p:spPr>
          <a:xfrm>
            <a:off x="717534" y="4125896"/>
            <a:ext cx="373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Vulnerabilidad desde la dimensión física /</a:t>
            </a:r>
          </a:p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Baja resistencia de elementos expuestos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F8A4A7B-0B6B-4DCA-97A8-1E283A98E1E3}"/>
              </a:ext>
            </a:extLst>
          </p:cNvPr>
          <p:cNvSpPr txBox="1"/>
          <p:nvPr/>
        </p:nvSpPr>
        <p:spPr>
          <a:xfrm>
            <a:off x="1162326" y="5016427"/>
            <a:ext cx="175838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" indent="-205740">
              <a:buClrTx/>
              <a:buFont typeface="Wingdings" panose="05000000000000000000" pitchFamily="2" charset="2"/>
              <a:buChar char="§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Comunidades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53219A1-5F2D-4E1C-9B20-2961FC5B575F}"/>
              </a:ext>
            </a:extLst>
          </p:cNvPr>
          <p:cNvSpPr txBox="1"/>
          <p:nvPr/>
        </p:nvSpPr>
        <p:spPr>
          <a:xfrm>
            <a:off x="1155479" y="5396627"/>
            <a:ext cx="248953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" indent="-205740">
              <a:buClrTx/>
              <a:buFont typeface="Wingdings" panose="05000000000000000000" pitchFamily="2" charset="2"/>
              <a:buChar char="§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Especies y Poblaciones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C4D050A-E945-4B1B-A5B8-CC786F205A1D}"/>
              </a:ext>
            </a:extLst>
          </p:cNvPr>
          <p:cNvSpPr txBox="1"/>
          <p:nvPr/>
        </p:nvSpPr>
        <p:spPr>
          <a:xfrm>
            <a:off x="1155479" y="5729026"/>
            <a:ext cx="194515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" indent="-205740">
              <a:buClrTx/>
              <a:buFont typeface="Wingdings" panose="05000000000000000000" pitchFamily="2" charset="2"/>
              <a:buChar char="§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Genes</a:t>
            </a:r>
          </a:p>
        </p:txBody>
      </p:sp>
      <p:sp>
        <p:nvSpPr>
          <p:cNvPr id="48" name="Rectángulo redondeado 26">
            <a:extLst>
              <a:ext uri="{FF2B5EF4-FFF2-40B4-BE49-F238E27FC236}">
                <a16:creationId xmlns:a16="http://schemas.microsoft.com/office/drawing/2014/main" id="{8FEFF074-ADEC-4E1E-B4F9-097BBD450088}"/>
              </a:ext>
            </a:extLst>
          </p:cNvPr>
          <p:cNvSpPr/>
          <p:nvPr/>
        </p:nvSpPr>
        <p:spPr>
          <a:xfrm>
            <a:off x="6915348" y="2395416"/>
            <a:ext cx="4770605" cy="2745955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400" kern="1200"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8D24CE6-447B-4ACD-8EA8-001A9E083575}"/>
              </a:ext>
            </a:extLst>
          </p:cNvPr>
          <p:cNvSpPr txBox="1"/>
          <p:nvPr/>
        </p:nvSpPr>
        <p:spPr>
          <a:xfrm>
            <a:off x="8074573" y="3194032"/>
            <a:ext cx="1930067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  <a:defRPr/>
            </a:pPr>
            <a:r>
              <a:rPr lang="es-CO" sz="144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natural 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4322C76-302E-4486-96B4-7DDBA848613E}"/>
              </a:ext>
            </a:extLst>
          </p:cNvPr>
          <p:cNvSpPr txBox="1"/>
          <p:nvPr/>
        </p:nvSpPr>
        <p:spPr>
          <a:xfrm>
            <a:off x="8058715" y="3589606"/>
            <a:ext cx="233912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  <a:defRPr/>
            </a:pPr>
            <a:r>
              <a:rPr lang="es-CO" sz="144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socio-natural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E637CEE-B0D6-4721-AAD8-63BD15CC86AA}"/>
              </a:ext>
            </a:extLst>
          </p:cNvPr>
          <p:cNvSpPr txBox="1"/>
          <p:nvPr/>
        </p:nvSpPr>
        <p:spPr>
          <a:xfrm>
            <a:off x="8123372" y="4480769"/>
            <a:ext cx="237890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  <a:defRPr/>
            </a:pPr>
            <a:r>
              <a:rPr lang="es-CO" sz="144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biológico 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C5BC264-4EB6-4629-91E9-0E8A535DCA6A}"/>
              </a:ext>
            </a:extLst>
          </p:cNvPr>
          <p:cNvSpPr txBox="1"/>
          <p:nvPr/>
        </p:nvSpPr>
        <p:spPr>
          <a:xfrm>
            <a:off x="8075968" y="3985180"/>
            <a:ext cx="226457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  <a:defRPr/>
            </a:pPr>
            <a:r>
              <a:rPr lang="es-CO" sz="144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tecnológico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95972C5D-EF3C-4294-9683-877AF3771AF8}"/>
              </a:ext>
            </a:extLst>
          </p:cNvPr>
          <p:cNvSpPr txBox="1"/>
          <p:nvPr/>
        </p:nvSpPr>
        <p:spPr>
          <a:xfrm>
            <a:off x="6915349" y="2469694"/>
            <a:ext cx="477060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  <a:defRPr/>
            </a:pPr>
            <a:r>
              <a:rPr lang="es-CO" b="1" dirty="0">
                <a:solidFill>
                  <a:prstClr val="black"/>
                </a:solidFill>
                <a:latin typeface="Arial Narrow" panose="020B0606020202030204" pitchFamily="34" charset="0"/>
              </a:rPr>
              <a:t>Escenarios de riesgo que pueden generar impactos sobre la BDSE</a:t>
            </a:r>
          </a:p>
        </p:txBody>
      </p:sp>
      <p:sp>
        <p:nvSpPr>
          <p:cNvPr id="64" name="Abrir llave 63">
            <a:extLst>
              <a:ext uri="{FF2B5EF4-FFF2-40B4-BE49-F238E27FC236}">
                <a16:creationId xmlns:a16="http://schemas.microsoft.com/office/drawing/2014/main" id="{75D5AA10-98BD-474E-BFAB-119024E59545}"/>
              </a:ext>
            </a:extLst>
          </p:cNvPr>
          <p:cNvSpPr/>
          <p:nvPr/>
        </p:nvSpPr>
        <p:spPr>
          <a:xfrm flipH="1">
            <a:off x="4215271" y="3337092"/>
            <a:ext cx="159955" cy="250507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65" name="Abrir llave 64">
            <a:extLst>
              <a:ext uri="{FF2B5EF4-FFF2-40B4-BE49-F238E27FC236}">
                <a16:creationId xmlns:a16="http://schemas.microsoft.com/office/drawing/2014/main" id="{3CE5478D-03C8-4D4A-86C0-C5021F76062D}"/>
              </a:ext>
            </a:extLst>
          </p:cNvPr>
          <p:cNvSpPr/>
          <p:nvPr/>
        </p:nvSpPr>
        <p:spPr>
          <a:xfrm flipH="1">
            <a:off x="4225855" y="2433676"/>
            <a:ext cx="170760" cy="536261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70" name="Cerrar llave 69">
            <a:extLst>
              <a:ext uri="{FF2B5EF4-FFF2-40B4-BE49-F238E27FC236}">
                <a16:creationId xmlns:a16="http://schemas.microsoft.com/office/drawing/2014/main" id="{4341BDD8-6E86-4A40-BEA4-F3E04AE0E7EB}"/>
              </a:ext>
            </a:extLst>
          </p:cNvPr>
          <p:cNvSpPr/>
          <p:nvPr/>
        </p:nvSpPr>
        <p:spPr>
          <a:xfrm flipH="1">
            <a:off x="7437623" y="3131111"/>
            <a:ext cx="160342" cy="771994"/>
          </a:xfrm>
          <a:prstGeom prst="rightBrac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1" name="Conector angular 73">
            <a:extLst>
              <a:ext uri="{FF2B5EF4-FFF2-40B4-BE49-F238E27FC236}">
                <a16:creationId xmlns:a16="http://schemas.microsoft.com/office/drawing/2014/main" id="{D652584C-10C3-4FE7-B02C-714D14EEEA61}"/>
              </a:ext>
            </a:extLst>
          </p:cNvPr>
          <p:cNvCxnSpPr>
            <a:cxnSpLocks/>
          </p:cNvCxnSpPr>
          <p:nvPr/>
        </p:nvCxnSpPr>
        <p:spPr>
          <a:xfrm rot="5400000">
            <a:off x="9985696" y="3597091"/>
            <a:ext cx="641503" cy="500179"/>
          </a:xfrm>
          <a:prstGeom prst="bentConnector3">
            <a:avLst>
              <a:gd name="adj1" fmla="val 98506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Abrir llave 72">
            <a:extLst>
              <a:ext uri="{FF2B5EF4-FFF2-40B4-BE49-F238E27FC236}">
                <a16:creationId xmlns:a16="http://schemas.microsoft.com/office/drawing/2014/main" id="{020BE88B-3306-49EA-9366-1C497D887BBD}"/>
              </a:ext>
            </a:extLst>
          </p:cNvPr>
          <p:cNvSpPr/>
          <p:nvPr/>
        </p:nvSpPr>
        <p:spPr>
          <a:xfrm flipH="1">
            <a:off x="4225729" y="3019639"/>
            <a:ext cx="159955" cy="250507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10607710" y="3493940"/>
            <a:ext cx="1129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  <a:defRPr/>
            </a:pPr>
            <a:r>
              <a:rPr lang="es-MX" sz="1000" dirty="0">
                <a:solidFill>
                  <a:srgbClr val="FF0000"/>
                </a:solidFill>
                <a:latin typeface="Calibri" panose="020F0502020204030204"/>
              </a:rPr>
              <a:t>Efecto colateral de eventos asociados por el cambio climático</a:t>
            </a:r>
            <a:endParaRPr lang="es-CO" sz="10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80" name="Cerrar llave 79"/>
          <p:cNvSpPr/>
          <p:nvPr/>
        </p:nvSpPr>
        <p:spPr>
          <a:xfrm flipH="1">
            <a:off x="7822729" y="3592931"/>
            <a:ext cx="165119" cy="195023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</a:endParaRPr>
          </a:p>
        </p:txBody>
      </p:sp>
      <p:sp>
        <p:nvSpPr>
          <p:cNvPr id="82" name="Cerrar llave 81"/>
          <p:cNvSpPr/>
          <p:nvPr/>
        </p:nvSpPr>
        <p:spPr>
          <a:xfrm flipH="1">
            <a:off x="7803144" y="4480769"/>
            <a:ext cx="190061" cy="19187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</a:endParaRPr>
          </a:p>
        </p:txBody>
      </p:sp>
      <p:sp>
        <p:nvSpPr>
          <p:cNvPr id="83" name="Cerrar llave 82"/>
          <p:cNvSpPr/>
          <p:nvPr/>
        </p:nvSpPr>
        <p:spPr>
          <a:xfrm flipH="1">
            <a:off x="7826157" y="4049464"/>
            <a:ext cx="167051" cy="14996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2542397" y="2018829"/>
            <a:ext cx="173049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sz="1000" kern="1200" dirty="0">
                <a:solidFill>
                  <a:srgbClr val="FF0000"/>
                </a:solidFill>
              </a:rPr>
              <a:t>(Exacerba eventos asociados a cambio climático)</a:t>
            </a:r>
          </a:p>
        </p:txBody>
      </p:sp>
      <p:sp>
        <p:nvSpPr>
          <p:cNvPr id="86" name="Cerrar llave 85"/>
          <p:cNvSpPr/>
          <p:nvPr/>
        </p:nvSpPr>
        <p:spPr>
          <a:xfrm flipH="1">
            <a:off x="7814785" y="3249421"/>
            <a:ext cx="167051" cy="14996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</a:endParaRPr>
          </a:p>
        </p:txBody>
      </p:sp>
      <p:sp>
        <p:nvSpPr>
          <p:cNvPr id="87" name="Abrir llave 86">
            <a:extLst>
              <a:ext uri="{FF2B5EF4-FFF2-40B4-BE49-F238E27FC236}">
                <a16:creationId xmlns:a16="http://schemas.microsoft.com/office/drawing/2014/main" id="{3CE5478D-03C8-4D4A-86C0-C5021F76062D}"/>
              </a:ext>
            </a:extLst>
          </p:cNvPr>
          <p:cNvSpPr/>
          <p:nvPr/>
        </p:nvSpPr>
        <p:spPr>
          <a:xfrm flipH="1">
            <a:off x="4225730" y="2057305"/>
            <a:ext cx="166880" cy="319448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42" name="Abrir llave 41"/>
          <p:cNvSpPr/>
          <p:nvPr/>
        </p:nvSpPr>
        <p:spPr>
          <a:xfrm>
            <a:off x="7016494" y="3130890"/>
            <a:ext cx="362651" cy="1583198"/>
          </a:xfrm>
          <a:prstGeom prst="leftBrac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160" kern="1200">
              <a:solidFill>
                <a:prstClr val="black"/>
              </a:solidFill>
            </a:endParaRPr>
          </a:p>
        </p:txBody>
      </p:sp>
      <p:sp>
        <p:nvSpPr>
          <p:cNvPr id="89" name="Cerrar llave 88"/>
          <p:cNvSpPr/>
          <p:nvPr/>
        </p:nvSpPr>
        <p:spPr>
          <a:xfrm>
            <a:off x="3848291" y="4771339"/>
            <a:ext cx="197387" cy="1228687"/>
          </a:xfrm>
          <a:prstGeom prst="rightBrace">
            <a:avLst>
              <a:gd name="adj1" fmla="val 8333"/>
              <a:gd name="adj2" fmla="val 4720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9" name="Conector recto de flecha 98"/>
          <p:cNvCxnSpPr>
            <a:stCxn id="87" idx="1"/>
            <a:endCxn id="70" idx="1"/>
          </p:cNvCxnSpPr>
          <p:nvPr/>
        </p:nvCxnSpPr>
        <p:spPr>
          <a:xfrm>
            <a:off x="4392610" y="2217029"/>
            <a:ext cx="3045013" cy="1300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de flecha 106"/>
          <p:cNvCxnSpPr>
            <a:endCxn id="82" idx="1"/>
          </p:cNvCxnSpPr>
          <p:nvPr/>
        </p:nvCxnSpPr>
        <p:spPr>
          <a:xfrm>
            <a:off x="4423066" y="3462549"/>
            <a:ext cx="3380078" cy="1114156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/>
          <p:cNvCxnSpPr>
            <a:endCxn id="83" idx="1"/>
          </p:cNvCxnSpPr>
          <p:nvPr/>
        </p:nvCxnSpPr>
        <p:spPr>
          <a:xfrm>
            <a:off x="4462954" y="3130890"/>
            <a:ext cx="3363203" cy="993557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/>
          <p:cNvCxnSpPr>
            <a:endCxn id="80" idx="1"/>
          </p:cNvCxnSpPr>
          <p:nvPr/>
        </p:nvCxnSpPr>
        <p:spPr>
          <a:xfrm>
            <a:off x="4415114" y="2689425"/>
            <a:ext cx="3407614" cy="100101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Abrir llave 124">
            <a:extLst>
              <a:ext uri="{FF2B5EF4-FFF2-40B4-BE49-F238E27FC236}">
                <a16:creationId xmlns:a16="http://schemas.microsoft.com/office/drawing/2014/main" id="{3CE5478D-03C8-4D4A-86C0-C5021F76062D}"/>
              </a:ext>
            </a:extLst>
          </p:cNvPr>
          <p:cNvSpPr/>
          <p:nvPr/>
        </p:nvSpPr>
        <p:spPr>
          <a:xfrm flipH="1">
            <a:off x="10358443" y="3292312"/>
            <a:ext cx="164730" cy="449593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  <a:defRPr/>
            </a:pPr>
            <a:endParaRPr lang="es-CO" sz="132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4594196" y="1703988"/>
            <a:ext cx="238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MX" kern="1200" dirty="0">
                <a:solidFill>
                  <a:prstClr val="black"/>
                </a:solidFill>
                <a:latin typeface="Calibri" panose="020F0502020204030204"/>
              </a:rPr>
              <a:t>Relación de la vulnerabilidad y los escenarios de riesgo </a:t>
            </a:r>
            <a:endParaRPr lang="es-CO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9" name="Conector recto de flecha 118"/>
          <p:cNvCxnSpPr>
            <a:stCxn id="89" idx="1"/>
            <a:endCxn id="42" idx="1"/>
          </p:cNvCxnSpPr>
          <p:nvPr/>
        </p:nvCxnSpPr>
        <p:spPr>
          <a:xfrm flipV="1">
            <a:off x="4045678" y="3922490"/>
            <a:ext cx="2970816" cy="142890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endCxn id="82" idx="1"/>
          </p:cNvCxnSpPr>
          <p:nvPr/>
        </p:nvCxnSpPr>
        <p:spPr>
          <a:xfrm>
            <a:off x="4462954" y="2248365"/>
            <a:ext cx="3340190" cy="2328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52">
            <a:extLst>
              <a:ext uri="{FF2B5EF4-FFF2-40B4-BE49-F238E27FC236}">
                <a16:creationId xmlns:a16="http://schemas.microsoft.com/office/drawing/2014/main" id="{64374AED-84A9-4FED-9B1B-728EFFF43CB9}"/>
              </a:ext>
            </a:extLst>
          </p:cNvPr>
          <p:cNvSpPr/>
          <p:nvPr/>
        </p:nvSpPr>
        <p:spPr>
          <a:xfrm>
            <a:off x="835217" y="899976"/>
            <a:ext cx="10850736" cy="480281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r>
              <a:rPr lang="es-CO" sz="2400" kern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Como </a:t>
            </a:r>
            <a:r>
              <a:rPr lang="es-CO" sz="2400" b="1" kern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conjunto vulnerable </a:t>
            </a:r>
            <a:r>
              <a:rPr lang="es-CO" sz="2400" kern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receptor de impactos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95D26903-6C5F-4136-9BBD-9B6F8D8CF1A6}"/>
              </a:ext>
            </a:extLst>
          </p:cNvPr>
          <p:cNvSpPr/>
          <p:nvPr/>
        </p:nvSpPr>
        <p:spPr>
          <a:xfrm>
            <a:off x="835217" y="181494"/>
            <a:ext cx="10850736" cy="637900"/>
          </a:xfrm>
          <a:prstGeom prst="ellipse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r>
              <a:rPr lang="es-CO" sz="2400" b="1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Biodiversidad y sus servicios </a:t>
            </a:r>
            <a:r>
              <a:rPr lang="es-CO" sz="2400" b="1" kern="12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ecosistémicos</a:t>
            </a:r>
            <a:r>
              <a:rPr lang="es-CO" sz="2400" b="1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-BDSE</a:t>
            </a:r>
          </a:p>
        </p:txBody>
      </p:sp>
    </p:spTree>
    <p:extLst>
      <p:ext uri="{BB962C8B-B14F-4D97-AF65-F5344CB8AC3E}">
        <p14:creationId xmlns:p14="http://schemas.microsoft.com/office/powerpoint/2010/main" val="333577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ángulo redondeado 26">
            <a:extLst>
              <a:ext uri="{FF2B5EF4-FFF2-40B4-BE49-F238E27FC236}">
                <a16:creationId xmlns:a16="http://schemas.microsoft.com/office/drawing/2014/main" id="{8FEFF074-ADEC-4E1E-B4F9-097BBD450088}"/>
              </a:ext>
            </a:extLst>
          </p:cNvPr>
          <p:cNvSpPr/>
          <p:nvPr/>
        </p:nvSpPr>
        <p:spPr>
          <a:xfrm>
            <a:off x="6951362" y="2460140"/>
            <a:ext cx="4307133" cy="2745955"/>
          </a:xfrm>
          <a:prstGeom prst="roundRect">
            <a:avLst/>
          </a:prstGeom>
          <a:solidFill>
            <a:srgbClr val="2B6A6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400" kern="12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8D24CE6-447B-4ACD-8EA8-001A9E083575}"/>
              </a:ext>
            </a:extLst>
          </p:cNvPr>
          <p:cNvSpPr txBox="1"/>
          <p:nvPr/>
        </p:nvSpPr>
        <p:spPr>
          <a:xfrm>
            <a:off x="7408737" y="2993562"/>
            <a:ext cx="288503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natural 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4322C76-302E-4486-96B4-7DDBA848613E}"/>
              </a:ext>
            </a:extLst>
          </p:cNvPr>
          <p:cNvSpPr txBox="1"/>
          <p:nvPr/>
        </p:nvSpPr>
        <p:spPr>
          <a:xfrm>
            <a:off x="7422731" y="3422711"/>
            <a:ext cx="349648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socio-natural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E637CEE-B0D6-4721-AAD8-63BD15CC86AA}"/>
              </a:ext>
            </a:extLst>
          </p:cNvPr>
          <p:cNvSpPr txBox="1"/>
          <p:nvPr/>
        </p:nvSpPr>
        <p:spPr>
          <a:xfrm>
            <a:off x="7430012" y="4718196"/>
            <a:ext cx="355594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biológico 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FC5BC264-4EB6-4629-91E9-0E8A535DCA6A}"/>
              </a:ext>
            </a:extLst>
          </p:cNvPr>
          <p:cNvSpPr txBox="1"/>
          <p:nvPr/>
        </p:nvSpPr>
        <p:spPr>
          <a:xfrm>
            <a:off x="7386502" y="4097169"/>
            <a:ext cx="33850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de origen tecnológico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5972C5D-EF3C-4294-9683-877AF3771AF8}"/>
              </a:ext>
            </a:extLst>
          </p:cNvPr>
          <p:cNvSpPr txBox="1"/>
          <p:nvPr/>
        </p:nvSpPr>
        <p:spPr>
          <a:xfrm>
            <a:off x="6707575" y="2478923"/>
            <a:ext cx="4625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Escenarios de riesgo</a:t>
            </a:r>
          </a:p>
        </p:txBody>
      </p:sp>
      <p:sp>
        <p:nvSpPr>
          <p:cNvPr id="43" name="Rectángulo redondeado 47">
            <a:extLst>
              <a:ext uri="{FF2B5EF4-FFF2-40B4-BE49-F238E27FC236}">
                <a16:creationId xmlns:a16="http://schemas.microsoft.com/office/drawing/2014/main" id="{65EAC6C6-630A-413B-95A7-441231CDA94D}"/>
              </a:ext>
            </a:extLst>
          </p:cNvPr>
          <p:cNvSpPr/>
          <p:nvPr/>
        </p:nvSpPr>
        <p:spPr>
          <a:xfrm>
            <a:off x="835218" y="2409341"/>
            <a:ext cx="3621590" cy="2840312"/>
          </a:xfrm>
          <a:prstGeom prst="roundRect">
            <a:avLst/>
          </a:prstGeom>
          <a:solidFill>
            <a:srgbClr val="2B6A6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2400" kern="12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4BBC439-018F-4CC5-87F1-E0D1F91FB706}"/>
              </a:ext>
            </a:extLst>
          </p:cNvPr>
          <p:cNvSpPr txBox="1"/>
          <p:nvPr/>
        </p:nvSpPr>
        <p:spPr>
          <a:xfrm>
            <a:off x="835217" y="2508498"/>
            <a:ext cx="3237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CO" b="1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Biodiversidad y sus servicios ecosistémicos de regulación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9EADE42-B91F-468D-9A09-6F9C1AA9E2F9}"/>
              </a:ext>
            </a:extLst>
          </p:cNvPr>
          <p:cNvSpPr txBox="1"/>
          <p:nvPr/>
        </p:nvSpPr>
        <p:spPr>
          <a:xfrm>
            <a:off x="982049" y="3080588"/>
            <a:ext cx="466775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Regulación climática (captura  de carbono) 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69DB093-87A9-4941-BF63-6F34E7593A53}"/>
              </a:ext>
            </a:extLst>
          </p:cNvPr>
          <p:cNvSpPr txBox="1"/>
          <p:nvPr/>
        </p:nvSpPr>
        <p:spPr>
          <a:xfrm>
            <a:off x="982048" y="3510736"/>
            <a:ext cx="367880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Regulación de riesgos naturales 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A484143-C8AE-4A7E-A0AA-E3F9D02C1445}"/>
              </a:ext>
            </a:extLst>
          </p:cNvPr>
          <p:cNvSpPr txBox="1"/>
          <p:nvPr/>
        </p:nvSpPr>
        <p:spPr>
          <a:xfrm>
            <a:off x="982048" y="3903478"/>
            <a:ext cx="36090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Regulación de los flujos de agua 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A33FF13-7FA8-499C-AB23-62ECEA5FE5FF}"/>
              </a:ext>
            </a:extLst>
          </p:cNvPr>
          <p:cNvSpPr txBox="1"/>
          <p:nvPr/>
        </p:nvSpPr>
        <p:spPr>
          <a:xfrm>
            <a:off x="982048" y="4324930"/>
            <a:ext cx="309058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Prevención de la erosión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DAFF69F-B7EC-4EDF-B572-36759ABBB698}"/>
              </a:ext>
            </a:extLst>
          </p:cNvPr>
          <p:cNvSpPr txBox="1"/>
          <p:nvPr/>
        </p:nvSpPr>
        <p:spPr>
          <a:xfrm>
            <a:off x="1019351" y="4714901"/>
            <a:ext cx="265474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306" indent="-154306">
              <a:buClrTx/>
              <a:buFont typeface="Wingdings" panose="05000000000000000000" pitchFamily="2" charset="2"/>
              <a:buChar char="ü"/>
            </a:pPr>
            <a:r>
              <a:rPr lang="es-CO" sz="1440" kern="1200" dirty="0">
                <a:solidFill>
                  <a:prstClr val="black"/>
                </a:solidFill>
                <a:latin typeface="Arial Narrow" panose="020B0606020202030204" pitchFamily="34" charset="0"/>
              </a:rPr>
              <a:t>Control biológico </a:t>
            </a:r>
          </a:p>
        </p:txBody>
      </p:sp>
      <p:sp>
        <p:nvSpPr>
          <p:cNvPr id="59" name="Abrir llave 58">
            <a:extLst>
              <a:ext uri="{FF2B5EF4-FFF2-40B4-BE49-F238E27FC236}">
                <a16:creationId xmlns:a16="http://schemas.microsoft.com/office/drawing/2014/main" id="{75D5AA10-98BD-474E-BFAB-119024E59545}"/>
              </a:ext>
            </a:extLst>
          </p:cNvPr>
          <p:cNvSpPr/>
          <p:nvPr/>
        </p:nvSpPr>
        <p:spPr>
          <a:xfrm>
            <a:off x="7228538" y="4820125"/>
            <a:ext cx="202142" cy="21002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60" name="Abrir llave 59">
            <a:extLst>
              <a:ext uri="{FF2B5EF4-FFF2-40B4-BE49-F238E27FC236}">
                <a16:creationId xmlns:a16="http://schemas.microsoft.com/office/drawing/2014/main" id="{3CE5478D-03C8-4D4A-86C0-C5021F76062D}"/>
              </a:ext>
            </a:extLst>
          </p:cNvPr>
          <p:cNvSpPr/>
          <p:nvPr/>
        </p:nvSpPr>
        <p:spPr>
          <a:xfrm>
            <a:off x="7174652" y="3151081"/>
            <a:ext cx="211850" cy="52978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Cerrar llave 61">
            <a:extLst>
              <a:ext uri="{FF2B5EF4-FFF2-40B4-BE49-F238E27FC236}">
                <a16:creationId xmlns:a16="http://schemas.microsoft.com/office/drawing/2014/main" id="{4341BDD8-6E86-4A40-BEA4-F3E04AE0E7EB}"/>
              </a:ext>
            </a:extLst>
          </p:cNvPr>
          <p:cNvSpPr/>
          <p:nvPr/>
        </p:nvSpPr>
        <p:spPr>
          <a:xfrm>
            <a:off x="9432598" y="3119990"/>
            <a:ext cx="211850" cy="583169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63" name="Conector angular 73">
            <a:extLst>
              <a:ext uri="{FF2B5EF4-FFF2-40B4-BE49-F238E27FC236}">
                <a16:creationId xmlns:a16="http://schemas.microsoft.com/office/drawing/2014/main" id="{D652584C-10C3-4FE7-B02C-714D14EEEA61}"/>
              </a:ext>
            </a:extLst>
          </p:cNvPr>
          <p:cNvCxnSpPr>
            <a:cxnSpLocks/>
          </p:cNvCxnSpPr>
          <p:nvPr/>
        </p:nvCxnSpPr>
        <p:spPr>
          <a:xfrm rot="5400000">
            <a:off x="8948549" y="3604925"/>
            <a:ext cx="849298" cy="542506"/>
          </a:xfrm>
          <a:prstGeom prst="bentConnector3">
            <a:avLst>
              <a:gd name="adj1" fmla="val 9768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brir llave 63">
            <a:extLst>
              <a:ext uri="{FF2B5EF4-FFF2-40B4-BE49-F238E27FC236}">
                <a16:creationId xmlns:a16="http://schemas.microsoft.com/office/drawing/2014/main" id="{020BE88B-3306-49EA-9366-1C497D887BBD}"/>
              </a:ext>
            </a:extLst>
          </p:cNvPr>
          <p:cNvSpPr/>
          <p:nvPr/>
        </p:nvSpPr>
        <p:spPr>
          <a:xfrm>
            <a:off x="7183721" y="4189477"/>
            <a:ext cx="202142" cy="21002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8949B81-1D51-4874-A775-CEDFB2D81C66}"/>
              </a:ext>
            </a:extLst>
          </p:cNvPr>
          <p:cNvCxnSpPr>
            <a:cxnSpLocks/>
            <a:stCxn id="25" idx="1"/>
            <a:endCxn id="60" idx="1"/>
          </p:cNvCxnSpPr>
          <p:nvPr/>
        </p:nvCxnSpPr>
        <p:spPr>
          <a:xfrm flipV="1">
            <a:off x="4273847" y="3415974"/>
            <a:ext cx="2900805" cy="49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22E96560-DFA7-45ED-98CB-3C10867E9757}"/>
              </a:ext>
            </a:extLst>
          </p:cNvPr>
          <p:cNvSpPr/>
          <p:nvPr/>
        </p:nvSpPr>
        <p:spPr>
          <a:xfrm>
            <a:off x="4105211" y="3136200"/>
            <a:ext cx="168636" cy="15506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endParaRPr lang="es-CO" sz="1440" kern="120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D1357CF0-3AFD-4DE7-BF8D-F6488268BAAD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3157905" y="4925136"/>
            <a:ext cx="4070633" cy="1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9624487" y="3473623"/>
            <a:ext cx="129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  <a:defRPr/>
            </a:pPr>
            <a:r>
              <a:rPr lang="es-MX" sz="1200" dirty="0">
                <a:solidFill>
                  <a:srgbClr val="FF0000"/>
                </a:solidFill>
                <a:latin typeface="Calibri" panose="020F0502020204030204"/>
              </a:rPr>
              <a:t>Efecto colateral de eventos asociados por el cambio climático</a:t>
            </a:r>
            <a:endParaRPr lang="es-CO" sz="12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27" name="Rectángulo: esquinas redondeadas 52">
            <a:extLst>
              <a:ext uri="{FF2B5EF4-FFF2-40B4-BE49-F238E27FC236}">
                <a16:creationId xmlns:a16="http://schemas.microsoft.com/office/drawing/2014/main" id="{64374AED-84A9-4FED-9B1B-728EFFF43CB9}"/>
              </a:ext>
            </a:extLst>
          </p:cNvPr>
          <p:cNvSpPr/>
          <p:nvPr/>
        </p:nvSpPr>
        <p:spPr>
          <a:xfrm>
            <a:off x="835217" y="1763576"/>
            <a:ext cx="10423278" cy="480281"/>
          </a:xfrm>
          <a:prstGeom prst="roundRect">
            <a:avLst/>
          </a:prstGeom>
          <a:solidFill>
            <a:srgbClr val="2B6A6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r>
              <a:rPr lang="es-CO" sz="2400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Como </a:t>
            </a:r>
            <a:r>
              <a:rPr lang="es-CO" sz="2400" b="1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conjunto atenuador </a:t>
            </a:r>
            <a:r>
              <a:rPr lang="es-CO" sz="2400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de riesgos e impactos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5D26903-6C5F-4136-9BBD-9B6F8D8CF1A6}"/>
              </a:ext>
            </a:extLst>
          </p:cNvPr>
          <p:cNvSpPr/>
          <p:nvPr/>
        </p:nvSpPr>
        <p:spPr>
          <a:xfrm>
            <a:off x="835217" y="1045094"/>
            <a:ext cx="10392011" cy="637900"/>
          </a:xfrm>
          <a:prstGeom prst="ellipse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FontTx/>
              <a:buNone/>
            </a:pPr>
            <a:r>
              <a:rPr lang="es-CO" sz="2400" b="1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Biodiversidad y sus servicios </a:t>
            </a:r>
            <a:r>
              <a:rPr lang="es-CO" sz="2400" b="1" kern="12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ecosistémicos</a:t>
            </a:r>
            <a:r>
              <a:rPr lang="es-CO" sz="2400" b="1" kern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-BDSE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4492337" y="2574539"/>
            <a:ext cx="2384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s-MX" kern="1200" dirty="0">
                <a:solidFill>
                  <a:prstClr val="black"/>
                </a:solidFill>
                <a:latin typeface="Calibri" panose="020F0502020204030204"/>
              </a:rPr>
              <a:t>Relación de servicios ecosistémicos de regulación como atenuador de escenarios de riesgo </a:t>
            </a:r>
            <a:endParaRPr lang="es-CO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6893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8" grpId="0"/>
      <p:bldP spid="51" grpId="0"/>
      <p:bldP spid="52" grpId="0"/>
      <p:bldP spid="56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redondeado 21"/>
          <p:cNvSpPr/>
          <p:nvPr/>
        </p:nvSpPr>
        <p:spPr>
          <a:xfrm>
            <a:off x="2873956" y="999317"/>
            <a:ext cx="5832648" cy="4663995"/>
          </a:xfrm>
          <a:prstGeom prst="roundRect">
            <a:avLst/>
          </a:prstGeom>
          <a:solidFill>
            <a:srgbClr val="404040">
              <a:alpha val="18039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8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23" name="Rectángulo redondeado 22"/>
          <p:cNvSpPr/>
          <p:nvPr/>
        </p:nvSpPr>
        <p:spPr>
          <a:xfrm>
            <a:off x="3214514" y="2383971"/>
            <a:ext cx="5133087" cy="1199477"/>
          </a:xfrm>
          <a:prstGeom prst="roundRect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60" b="1">
              <a:solidFill>
                <a:srgbClr val="000000"/>
              </a:solidFill>
              <a:sym typeface="Arial"/>
            </a:endParaRPr>
          </a:p>
        </p:txBody>
      </p:sp>
      <p:sp>
        <p:nvSpPr>
          <p:cNvPr id="24" name="Rectángulo redondeado 23"/>
          <p:cNvSpPr/>
          <p:nvPr/>
        </p:nvSpPr>
        <p:spPr>
          <a:xfrm>
            <a:off x="3214514" y="4086320"/>
            <a:ext cx="5133087" cy="523431"/>
          </a:xfrm>
          <a:prstGeom prst="roundRect">
            <a:avLst/>
          </a:prstGeom>
          <a:solidFill>
            <a:srgbClr val="04253A">
              <a:alpha val="7098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80">
              <a:solidFill>
                <a:srgbClr val="000000"/>
              </a:solidFill>
              <a:sym typeface="Arial"/>
            </a:endParaRPr>
          </a:p>
        </p:txBody>
      </p:sp>
      <p:sp>
        <p:nvSpPr>
          <p:cNvPr id="25" name="Rectángulo redondeado 24"/>
          <p:cNvSpPr/>
          <p:nvPr/>
        </p:nvSpPr>
        <p:spPr>
          <a:xfrm>
            <a:off x="3262157" y="4860935"/>
            <a:ext cx="5085444" cy="633584"/>
          </a:xfrm>
          <a:prstGeom prst="roundRect">
            <a:avLst/>
          </a:prstGeom>
          <a:solidFill>
            <a:srgbClr val="2B6A6C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500" b="1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Modelo territorial Sostenible </a:t>
            </a:r>
          </a:p>
          <a:p>
            <a:pPr algn="ctr"/>
            <a:r>
              <a:rPr lang="es-CO" sz="1200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Garantizando el bienestar humano, cuidado del ambiente y aumento de la resiliencia frente al cambio climático y la variabilidad climática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3212351" y="999317"/>
            <a:ext cx="513308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160" b="1" dirty="0" err="1">
                <a:solidFill>
                  <a:srgbClr val="000000"/>
                </a:solidFill>
                <a:cs typeface="Arial"/>
                <a:sym typeface="Arial"/>
              </a:rPr>
              <a:t>Socioecosistema</a:t>
            </a:r>
            <a:endParaRPr lang="es-CO" sz="1080" b="1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3277486" y="2633210"/>
            <a:ext cx="2386642" cy="369998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Como </a:t>
            </a:r>
            <a:r>
              <a:rPr lang="es-CO" sz="1200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conjunto vulnerable </a:t>
            </a:r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receptor de impactos</a:t>
            </a:r>
          </a:p>
        </p:txBody>
      </p:sp>
      <p:sp>
        <p:nvSpPr>
          <p:cNvPr id="28" name="Rectángulo redondeado 27"/>
          <p:cNvSpPr/>
          <p:nvPr/>
        </p:nvSpPr>
        <p:spPr>
          <a:xfrm>
            <a:off x="3277486" y="3119974"/>
            <a:ext cx="2386642" cy="390046"/>
          </a:xfrm>
          <a:prstGeom prst="roundRect">
            <a:avLst/>
          </a:prstGeom>
          <a:solidFill>
            <a:srgbClr val="E1D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b="1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Motores de transformación y pérdida</a:t>
            </a:r>
          </a:p>
        </p:txBody>
      </p:sp>
      <p:sp>
        <p:nvSpPr>
          <p:cNvPr id="29" name="Flecha abajo 28"/>
          <p:cNvSpPr/>
          <p:nvPr/>
        </p:nvSpPr>
        <p:spPr>
          <a:xfrm>
            <a:off x="3141384" y="3611649"/>
            <a:ext cx="5187541" cy="427155"/>
          </a:xfrm>
          <a:prstGeom prst="downArrow">
            <a:avLst/>
          </a:prstGeom>
          <a:solidFill>
            <a:srgbClr val="2B6A6C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Estrategias desde las </a:t>
            </a:r>
          </a:p>
          <a:p>
            <a:pPr algn="ctr"/>
            <a:r>
              <a:rPr lang="es-CO" sz="1400" b="1" dirty="0">
                <a:solidFill>
                  <a:srgbClr val="000000"/>
                </a:solidFill>
                <a:latin typeface="Agency FB" panose="020B0503020202020204" pitchFamily="34" charset="0"/>
                <a:sym typeface="Arial"/>
              </a:rPr>
              <a:t>Soluciones basadas en la naturaleza</a:t>
            </a:r>
          </a:p>
        </p:txBody>
      </p:sp>
      <p:sp>
        <p:nvSpPr>
          <p:cNvPr id="30" name="Flecha abajo 29"/>
          <p:cNvSpPr/>
          <p:nvPr/>
        </p:nvSpPr>
        <p:spPr>
          <a:xfrm>
            <a:off x="3857679" y="2383971"/>
            <a:ext cx="1285946" cy="162572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rgbClr val="000000"/>
              </a:solidFill>
              <a:latin typeface="Segoe UI Light" panose="020B0502040204020203" pitchFamily="34" charset="0"/>
              <a:cs typeface="Segoe UI Light" panose="020B0502040204020203" pitchFamily="34" charset="0"/>
              <a:sym typeface="Arial"/>
            </a:endParaRPr>
          </a:p>
        </p:txBody>
      </p:sp>
      <p:sp>
        <p:nvSpPr>
          <p:cNvPr id="31" name="Flecha abajo 30"/>
          <p:cNvSpPr/>
          <p:nvPr/>
        </p:nvSpPr>
        <p:spPr>
          <a:xfrm>
            <a:off x="6409610" y="2381456"/>
            <a:ext cx="1285946" cy="162572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60" b="1">
              <a:solidFill>
                <a:srgbClr val="000000"/>
              </a:solidFill>
              <a:sym typeface="Arial"/>
            </a:endParaRPr>
          </a:p>
        </p:txBody>
      </p:sp>
      <p:sp>
        <p:nvSpPr>
          <p:cNvPr id="32" name="Rectángulo redondeado 31"/>
          <p:cNvSpPr/>
          <p:nvPr/>
        </p:nvSpPr>
        <p:spPr>
          <a:xfrm>
            <a:off x="5793366" y="2633210"/>
            <a:ext cx="2455130" cy="36999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Como </a:t>
            </a:r>
            <a:r>
              <a:rPr lang="es-CO" sz="1200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conjunto atenuador </a:t>
            </a:r>
            <a:r>
              <a:rPr lang="es-CO" sz="12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Arial"/>
              </a:rPr>
              <a:t>de riesgos e impactos</a:t>
            </a:r>
          </a:p>
        </p:txBody>
      </p:sp>
      <p:sp>
        <p:nvSpPr>
          <p:cNvPr id="37" name="Rectángulo redondeado 36"/>
          <p:cNvSpPr/>
          <p:nvPr/>
        </p:nvSpPr>
        <p:spPr>
          <a:xfrm>
            <a:off x="5791216" y="3119974"/>
            <a:ext cx="2455130" cy="390046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b="1" dirty="0">
                <a:solidFill>
                  <a:srgbClr val="000000"/>
                </a:solidFill>
                <a:latin typeface="Arial Narrow" panose="020B0606020202030204" pitchFamily="34" charset="0"/>
                <a:cs typeface="Segoe UI Light" panose="020B0502040204020203" pitchFamily="34" charset="0"/>
                <a:sym typeface="Arial"/>
              </a:rPr>
              <a:t>Servicios ecosistémicos de regulación</a:t>
            </a:r>
          </a:p>
        </p:txBody>
      </p:sp>
      <p:sp>
        <p:nvSpPr>
          <p:cNvPr id="38" name="Rectángulo redondeado 27">
            <a:extLst>
              <a:ext uri="{FF2B5EF4-FFF2-40B4-BE49-F238E27FC236}">
                <a16:creationId xmlns:a16="http://schemas.microsoft.com/office/drawing/2014/main" id="{E320471B-A712-39C6-F78B-9F7A1E4A7AD5}"/>
              </a:ext>
            </a:extLst>
          </p:cNvPr>
          <p:cNvSpPr/>
          <p:nvPr/>
        </p:nvSpPr>
        <p:spPr>
          <a:xfrm>
            <a:off x="3212351" y="1920077"/>
            <a:ext cx="5133086" cy="430867"/>
          </a:xfrm>
          <a:prstGeom prst="roundRect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/>
                <a:sym typeface="Arial"/>
              </a:rPr>
              <a:t>Conocimiento de la biodiversidad y sus servicios ecosistémicos</a:t>
            </a:r>
          </a:p>
          <a:p>
            <a:pPr algn="ctr"/>
            <a:r>
              <a:rPr lang="es-CO" sz="1050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para la gestión del riesgo de desastres y el cambio climático </a:t>
            </a:r>
          </a:p>
        </p:txBody>
      </p:sp>
      <p:sp>
        <p:nvSpPr>
          <p:cNvPr id="39" name="Rectángulo redondeado 28">
            <a:extLst>
              <a:ext uri="{FF2B5EF4-FFF2-40B4-BE49-F238E27FC236}">
                <a16:creationId xmlns:a16="http://schemas.microsoft.com/office/drawing/2014/main" id="{99A1C1B5-FD0C-A1D5-A4F5-602EB6BF5067}"/>
              </a:ext>
            </a:extLst>
          </p:cNvPr>
          <p:cNvSpPr/>
          <p:nvPr/>
        </p:nvSpPr>
        <p:spPr>
          <a:xfrm>
            <a:off x="3277486" y="4131935"/>
            <a:ext cx="2386642" cy="432199"/>
          </a:xfrm>
          <a:prstGeom prst="roundRect">
            <a:avLst/>
          </a:prstGeom>
          <a:solidFill>
            <a:srgbClr val="D8CB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/>
                <a:sym typeface="Arial"/>
              </a:rPr>
              <a:t>Reducción</a:t>
            </a:r>
            <a:r>
              <a:rPr lang="es-CO" sz="1050" b="1" kern="0" dirty="0">
                <a:solidFill>
                  <a:srgbClr val="000000"/>
                </a:solidFill>
                <a:latin typeface="Franklin Gothic Book"/>
                <a:sym typeface="Arial"/>
              </a:rPr>
              <a:t> </a:t>
            </a:r>
          </a:p>
          <a:p>
            <a:pPr algn="ctr"/>
            <a:r>
              <a:rPr lang="es-CO" sz="1050" kern="0" dirty="0">
                <a:solidFill>
                  <a:srgbClr val="000000"/>
                </a:solidFill>
                <a:latin typeface="Arial Narrow" panose="020B0606020202030204" pitchFamily="34" charset="0"/>
                <a:sym typeface="Arial"/>
              </a:rPr>
              <a:t>del riesgo desde la gestión de la BDSE</a:t>
            </a:r>
          </a:p>
        </p:txBody>
      </p:sp>
      <p:sp>
        <p:nvSpPr>
          <p:cNvPr id="40" name="Rectángulo redondeado 29">
            <a:extLst>
              <a:ext uri="{FF2B5EF4-FFF2-40B4-BE49-F238E27FC236}">
                <a16:creationId xmlns:a16="http://schemas.microsoft.com/office/drawing/2014/main" id="{8ED94D3F-7C2D-73A8-0B75-6BCA43078C7A}"/>
              </a:ext>
            </a:extLst>
          </p:cNvPr>
          <p:cNvSpPr/>
          <p:nvPr/>
        </p:nvSpPr>
        <p:spPr>
          <a:xfrm>
            <a:off x="5791216" y="4135723"/>
            <a:ext cx="2455130" cy="424621"/>
          </a:xfrm>
          <a:prstGeom prst="roundRect">
            <a:avLst/>
          </a:prstGeom>
          <a:solidFill>
            <a:srgbClr val="E1DDBF">
              <a:alpha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s-CO" sz="1200" b="1" kern="0" dirty="0">
                <a:solidFill>
                  <a:srgbClr val="000000"/>
                </a:solidFill>
                <a:latin typeface="Franklin Gothic Book" panose="020B0503020102020204" pitchFamily="34" charset="0"/>
                <a:cs typeface="Segoe UI Light" panose="020B0502040204020203" pitchFamily="34" charset="0"/>
                <a:sym typeface="Arial"/>
              </a:rPr>
              <a:t>Manejo</a:t>
            </a:r>
            <a:r>
              <a:rPr lang="es-CO" sz="1050" b="1" kern="0" dirty="0">
                <a:solidFill>
                  <a:srgbClr val="000000"/>
                </a:solidFill>
                <a:latin typeface="Franklin Gothic Book" panose="020B0503020102020204" pitchFamily="34" charset="0"/>
                <a:cs typeface="Segoe UI Light" panose="020B0502040204020203" pitchFamily="34" charset="0"/>
                <a:sym typeface="Arial"/>
              </a:rPr>
              <a:t> </a:t>
            </a:r>
          </a:p>
          <a:p>
            <a:pPr algn="ctr"/>
            <a:r>
              <a:rPr lang="es-CO" sz="1050" kern="0" dirty="0">
                <a:solidFill>
                  <a:srgbClr val="000000"/>
                </a:solidFill>
                <a:latin typeface="Arial Narrow" panose="020B0606020202030204" pitchFamily="34" charset="0"/>
                <a:cs typeface="Segoe UI Light" panose="020B0502040204020203" pitchFamily="34" charset="0"/>
                <a:sym typeface="Arial"/>
              </a:rPr>
              <a:t>de desastres de y desde la BDSE</a:t>
            </a:r>
          </a:p>
        </p:txBody>
      </p:sp>
      <p:sp>
        <p:nvSpPr>
          <p:cNvPr id="41" name="Flecha abajo 40"/>
          <p:cNvSpPr/>
          <p:nvPr/>
        </p:nvSpPr>
        <p:spPr>
          <a:xfrm>
            <a:off x="5092181" y="4653567"/>
            <a:ext cx="1285946" cy="162572"/>
          </a:xfrm>
          <a:prstGeom prst="downArrow">
            <a:avLst/>
          </a:prstGeom>
          <a:solidFill>
            <a:srgbClr val="2B6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60" b="1">
              <a:solidFill>
                <a:srgbClr val="000000"/>
              </a:solidFill>
              <a:sym typeface="Arial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3212351" y="1395225"/>
            <a:ext cx="5114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Conflictos </a:t>
            </a:r>
            <a:r>
              <a:rPr lang="es-CO" sz="1100" b="1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socioecológicos</a:t>
            </a:r>
            <a:r>
              <a:rPr lang="es-CO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</a:t>
            </a:r>
          </a:p>
          <a:p>
            <a:pPr algn="ctr"/>
            <a:r>
              <a:rPr lang="es-CO" sz="11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 el marco del riesgo de desastres y el cambio climático</a:t>
            </a:r>
          </a:p>
        </p:txBody>
      </p:sp>
    </p:spTree>
    <p:extLst>
      <p:ext uri="{BB962C8B-B14F-4D97-AF65-F5344CB8AC3E}">
        <p14:creationId xmlns:p14="http://schemas.microsoft.com/office/powerpoint/2010/main" val="15418656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NGRD_TEMPLATE">
  <a:themeElements>
    <a:clrScheme name="UNGRD">
      <a:dk1>
        <a:srgbClr val="FFFFFF"/>
      </a:dk1>
      <a:lt1>
        <a:srgbClr val="213362"/>
      </a:lt1>
      <a:dk2>
        <a:srgbClr val="DAAC57"/>
      </a:dk2>
      <a:lt2>
        <a:srgbClr val="F7C800"/>
      </a:lt2>
      <a:accent1>
        <a:srgbClr val="FDC85D"/>
      </a:accent1>
      <a:accent2>
        <a:srgbClr val="F28B37"/>
      </a:accent2>
      <a:accent3>
        <a:srgbClr val="E9475A"/>
      </a:accent3>
      <a:accent4>
        <a:srgbClr val="8D1441"/>
      </a:accent4>
      <a:accent5>
        <a:srgbClr val="04547F"/>
      </a:accent5>
      <a:accent6>
        <a:srgbClr val="77C3AF"/>
      </a:accent6>
      <a:hlink>
        <a:srgbClr val="9D9D9D"/>
      </a:hlink>
      <a:folHlink>
        <a:srgbClr val="213362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474</Words>
  <Application>Microsoft Macintosh PowerPoint</Application>
  <PresentationFormat>Widescreen</PresentationFormat>
  <Paragraphs>90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9" baseType="lpstr">
      <vt:lpstr>Arial</vt:lpstr>
      <vt:lpstr>Wingdings</vt:lpstr>
      <vt:lpstr>Segoe UI</vt:lpstr>
      <vt:lpstr>Agency FB</vt:lpstr>
      <vt:lpstr>Calibri Light</vt:lpstr>
      <vt:lpstr>Arial Narrow</vt:lpstr>
      <vt:lpstr>Franklin Gothic Medium</vt:lpstr>
      <vt:lpstr>Calibri</vt:lpstr>
      <vt:lpstr>Franklin Gothic Book</vt:lpstr>
      <vt:lpstr>Segoe UI Light</vt:lpstr>
      <vt:lpstr>Tema de Office</vt:lpstr>
      <vt:lpstr>UNGRD_TEMPLATE</vt:lpstr>
      <vt:lpstr>6_Tema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Dorotea Cardona Hernandez</dc:creator>
  <cp:lastModifiedBy>Mauricio Romero Torres</cp:lastModifiedBy>
  <cp:revision>55</cp:revision>
  <dcterms:created xsi:type="dcterms:W3CDTF">2021-04-14T22:39:53Z</dcterms:created>
  <dcterms:modified xsi:type="dcterms:W3CDTF">2022-08-26T20:53:41Z</dcterms:modified>
</cp:coreProperties>
</file>